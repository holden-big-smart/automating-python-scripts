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600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2235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17/11/2025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5720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17/11/2025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114718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17/11/2025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136025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17/11/2025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98370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17/11/2025</a:t>
            </a:fld>
            <a:endParaRPr lang="zh-HK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525271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17/11/2025</a:t>
            </a:fld>
            <a:endParaRPr lang="zh-HK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927495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17/11/2025</a:t>
            </a:fld>
            <a:endParaRPr lang="zh-HK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588988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17/11/2025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82034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17/11/2025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11909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17/11/2025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863046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17/11/2025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179574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A6FB99-1A8A-47BC-898D-A480BB7A6D65}" type="datetimeFigureOut">
              <a:rPr lang="zh-HK" altLang="en-US" smtClean="0"/>
              <a:t>17/11/2025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64790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2.jpg"/><Relationship Id="rId5" Type="http://schemas.openxmlformats.org/officeDocument/2006/relationships/image" Target="../media/image3.png"/><Relationship Id="rId6" Type="http://schemas.microsoft.com/office/2007/relationships/hdphoto" Target="../media/hdphoto2.wdp"/><Relationship Id="rId7" Type="http://schemas.openxmlformats.org/officeDocument/2006/relationships/image" Target="../media/image4.png"/><Relationship Id="rId8" Type="http://schemas.openxmlformats.org/officeDocument/2006/relationships/image" Target="../media/image5.png"/><Relationship Id="rId9" Type="http://schemas.openxmlformats.org/officeDocument/2006/relationships/image" Target="../media/image6.png"/><Relationship Id="rId10" Type="http://schemas.microsoft.com/office/2007/relationships/hdphoto" Target="../media/hdphoto3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卡通, 螢幕擷取畫面, 圖形, 藝術 的圖片&#10;&#10;AI 產生的內容可能不正確。">
            <a:extLst>
              <a:ext uri="{FF2B5EF4-FFF2-40B4-BE49-F238E27FC236}">
                <a16:creationId xmlns:a16="http://schemas.microsoft.com/office/drawing/2014/main" id="{002E1A87-906F-E888-523C-CD8D73EBEE2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4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425"/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4355D857-7999-7353-2A18-E626CBEC8192}"/>
              </a:ext>
            </a:extLst>
          </p:cNvPr>
          <p:cNvSpPr/>
          <p:nvPr/>
        </p:nvSpPr>
        <p:spPr>
          <a:xfrm>
            <a:off x="180878" y="120469"/>
            <a:ext cx="6405822" cy="6188473"/>
          </a:xfrm>
          <a:prstGeom prst="roundRect">
            <a:avLst/>
          </a:prstGeom>
          <a:solidFill>
            <a:schemeClr val="lt1">
              <a:alpha val="95000"/>
            </a:schemeClr>
          </a:solidFill>
          <a:ln>
            <a:solidFill>
              <a:schemeClr val="bg1"/>
            </a:solidFill>
          </a:ln>
          <a:effectLst>
            <a:softEdge rad="127000"/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2" name="圖片 1" descr="一張含有 樣式, 圖形, 圓形, 黑與白 的圖片&#10;&#10;AI 產生的內容可能不正確。">
            <a:extLst>
              <a:ext uri="{FF2B5EF4-FFF2-40B4-BE49-F238E27FC236}">
                <a16:creationId xmlns:a16="http://schemas.microsoft.com/office/drawing/2014/main" id="{2C615F41-D4AB-952C-195E-EFE39516B6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878" y="8392608"/>
            <a:ext cx="1420538" cy="1392924"/>
          </a:xfrm>
          <a:prstGeom prst="rect">
            <a:avLst/>
          </a:prstGeom>
          <a:effectLst>
            <a:outerShdw blurRad="381000" dist="38100" dir="8100000" sx="104000" sy="104000" algn="tr" rotWithShape="0">
              <a:prstClr val="black">
                <a:alpha val="40000"/>
              </a:prstClr>
            </a:outerShdw>
          </a:effectLst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0F38A117-FE71-EE2F-AE3D-61A8D77832CB}"/>
              </a:ext>
            </a:extLst>
          </p:cNvPr>
          <p:cNvSpPr/>
          <p:nvPr/>
        </p:nvSpPr>
        <p:spPr>
          <a:xfrm>
            <a:off x="1722923" y="9116576"/>
            <a:ext cx="3578285" cy="70008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/>
              <a:t>報名</a:t>
            </a:r>
            <a:r>
              <a:rPr lang="en-US" altLang="zh-TW" sz="2000" dirty="0"/>
              <a:t>/</a:t>
            </a:r>
            <a:r>
              <a:rPr lang="zh-TW" altLang="en-US" sz="2000" dirty="0"/>
              <a:t>上課地點</a:t>
            </a:r>
            <a:r>
              <a:rPr lang="en-US" altLang="zh-TW" sz="2000" dirty="0"/>
              <a:t>:</a:t>
            </a:r>
            <a:r>
              <a:rPr lang="zh-TW" altLang="en-US" sz="2000" dirty="0"/>
              <a:t>山景社區會堂</a:t>
            </a: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CC37313B-BC5A-D119-E34E-9A28DEFEB9DE}"/>
              </a:ext>
            </a:extLst>
          </p:cNvPr>
          <p:cNvGrpSpPr/>
          <p:nvPr/>
        </p:nvGrpSpPr>
        <p:grpSpPr>
          <a:xfrm>
            <a:off x="2923983" y="133815"/>
            <a:ext cx="3128214" cy="967023"/>
            <a:chOff x="4726534" y="8318814"/>
            <a:chExt cx="3128214" cy="967023"/>
          </a:xfrm>
        </p:grpSpPr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B9CA9897-EDCC-5545-870C-7B31C5A3AE7C}"/>
                </a:ext>
              </a:extLst>
            </p:cNvPr>
            <p:cNvSpPr txBox="1"/>
            <p:nvPr/>
          </p:nvSpPr>
          <p:spPr>
            <a:xfrm>
              <a:off x="5693557" y="8465175"/>
              <a:ext cx="2161191" cy="715089"/>
            </a:xfrm>
            <a:prstGeom prst="round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>
                  <a:latin typeface="新細明體" panose="02020500000000000000" pitchFamily="18" charset="-120"/>
                  <a:ea typeface="新細明體" panose="02020500000000000000" pitchFamily="18" charset="-120"/>
                </a:rPr>
                <a:t>查詢電話</a:t>
              </a:r>
              <a:r>
                <a:rPr lang="en-US" altLang="zh-CN" dirty="0">
                  <a:latin typeface="新細明體" panose="02020500000000000000" pitchFamily="18" charset="-120"/>
                  <a:ea typeface="新細明體" panose="02020500000000000000" pitchFamily="18" charset="-120"/>
                </a:rPr>
                <a:t>/WhatsApp</a:t>
              </a:r>
              <a:endParaRPr lang="en-US" altLang="zh-HK" dirty="0">
                <a:latin typeface="新細明體" panose="02020500000000000000" pitchFamily="18" charset="-120"/>
                <a:ea typeface="新細明體" panose="02020500000000000000" pitchFamily="18" charset="-120"/>
              </a:endParaRPr>
            </a:p>
            <a:p>
              <a:pPr algn="ctr"/>
              <a:r>
                <a:rPr lang="en-US" altLang="zh-HK" dirty="0">
                  <a:latin typeface="新細明體" panose="02020500000000000000" pitchFamily="18" charset="-120"/>
                  <a:ea typeface="新細明體" panose="02020500000000000000" pitchFamily="18" charset="-120"/>
                </a:rPr>
                <a:t>2467 3867</a:t>
              </a:r>
              <a:endParaRPr lang="zh-HK" altLang="en-US" dirty="0">
                <a:latin typeface="新細明體" panose="02020500000000000000" pitchFamily="18" charset="-120"/>
                <a:ea typeface="新細明體" panose="02020500000000000000" pitchFamily="18" charset="-120"/>
              </a:endParaRPr>
            </a:p>
          </p:txBody>
        </p:sp>
        <p:pic>
          <p:nvPicPr>
            <p:cNvPr id="7" name="圖片 6" descr="一張含有 寫生, 圖畫, 美工圖案, 圖解 的圖片&#10;&#10;AI 產生的內容可能不正確。">
              <a:extLst>
                <a:ext uri="{FF2B5EF4-FFF2-40B4-BE49-F238E27FC236}">
                  <a16:creationId xmlns:a16="http://schemas.microsoft.com/office/drawing/2014/main" id="{CB730D5A-0B08-B182-2E3F-A99A0507A70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>
                          <a14:foregroundMark x1="11556" y1="56444" x2="11556" y2="56444"/>
                          <a14:foregroundMark x1="9778" y1="60889" x2="9778" y2="60889"/>
                          <a14:foregroundMark x1="87556" y1="37778" x2="87556" y2="37778"/>
                          <a14:foregroundMark x1="89778" y1="41778" x2="89778" y2="41778"/>
                          <a14:foregroundMark x1="83556" y1="45778" x2="83556" y2="45778"/>
                          <a14:foregroundMark x1="80889" y1="43556" x2="80889" y2="43556"/>
                          <a14:foregroundMark x1="30667" y1="29778" x2="30667" y2="29778"/>
                          <a14:foregroundMark x1="24000" y1="36444" x2="24000" y2="36444"/>
                          <a14:foregroundMark x1="18222" y1="41778" x2="18667" y2="43556"/>
                          <a14:foregroundMark x1="18667" y1="44889" x2="18667" y2="44889"/>
                          <a14:foregroundMark x1="12889" y1="72444" x2="12889" y2="72444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26534" y="8318814"/>
              <a:ext cx="967023" cy="967023"/>
            </a:xfrm>
            <a:prstGeom prst="rect">
              <a:avLst/>
            </a:prstGeom>
          </p:spPr>
        </p:pic>
      </p:grpSp>
      <p:pic>
        <p:nvPicPr>
          <p:cNvPr id="8" name="圖片 7" descr="屯門婦聯TMWA_LOGO_V9OP-012012">
            <a:extLst>
              <a:ext uri="{FF2B5EF4-FFF2-40B4-BE49-F238E27FC236}">
                <a16:creationId xmlns:a16="http://schemas.microsoft.com/office/drawing/2014/main" id="{CD0F1308-1112-BFC7-4BA7-E1E28D54E9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720" y="210713"/>
            <a:ext cx="2108200" cy="8002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日期">
            <a:extLst>
              <a:ext uri="{FF2B5EF4-FFF2-40B4-BE49-F238E27FC236}">
                <a16:creationId xmlns:a16="http://schemas.microsoft.com/office/drawing/2014/main" id="{48742C14-D6F4-7F94-9485-52EF01DE274F}"/>
              </a:ext>
            </a:extLst>
          </p:cNvPr>
          <p:cNvSpPr txBox="1"/>
          <p:nvPr/>
        </p:nvSpPr>
        <p:spPr>
          <a:xfrm>
            <a:off x="451471" y="1712640"/>
            <a:ext cx="385394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000" b="1" dirty="0" err="1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日期 : 28/11-19/12/2025</a:t>
            </a:r>
          </a:p>
        </p:txBody>
      </p:sp>
      <p:sp>
        <p:nvSpPr>
          <p:cNvPr id="10" name="時間">
            <a:extLst>
              <a:ext uri="{FF2B5EF4-FFF2-40B4-BE49-F238E27FC236}">
                <a16:creationId xmlns:a16="http://schemas.microsoft.com/office/drawing/2014/main" id="{BD992F1B-47A1-25DA-51D0-856E03AF5222}"/>
              </a:ext>
            </a:extLst>
          </p:cNvPr>
          <p:cNvSpPr txBox="1"/>
          <p:nvPr/>
        </p:nvSpPr>
        <p:spPr>
          <a:xfrm>
            <a:off x="451471" y="2183978"/>
            <a:ext cx="365356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000" b="1" dirty="0" err="1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時間 : 14:00-16:00(五)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0449428-3DB9-B75A-4F66-44D786847B07}"/>
              </a:ext>
            </a:extLst>
          </p:cNvPr>
          <p:cNvSpPr/>
          <p:nvPr/>
        </p:nvSpPr>
        <p:spPr>
          <a:xfrm>
            <a:off x="451471" y="2781528"/>
            <a:ext cx="6715293" cy="3036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800"/>
              </a:lnSpc>
            </a:pPr>
            <a:r>
              <a:rPr lang="zh-TW" altLang="en-US" sz="30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對象</a:t>
            </a:r>
            <a:r>
              <a:rPr lang="en-US" altLang="zh-TW" sz="30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:</a:t>
            </a:r>
            <a:r>
              <a:rPr lang="zh-TW" altLang="en-US" sz="30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 </a:t>
            </a:r>
            <a:r>
              <a:rPr lang="zh-CN" altLang="en-US" sz="30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有興趣人士</a:t>
            </a:r>
            <a:endParaRPr lang="en-US" altLang="zh-TW" sz="3000" b="1" dirty="0">
              <a:solidFill>
                <a:srgbClr val="0070C0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pPr>
              <a:lnSpc>
                <a:spcPts val="3800"/>
              </a:lnSpc>
            </a:pPr>
            <a:r>
              <a:rPr lang="zh-TW" altLang="en-US" sz="30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費用</a:t>
            </a:r>
            <a:r>
              <a:rPr lang="en-US" altLang="zh-TW" sz="30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:</a:t>
            </a:r>
            <a:r>
              <a:rPr lang="zh-TW" altLang="en-US" sz="30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 </a:t>
            </a:r>
            <a:r>
              <a:rPr lang="en-US" altLang="zh-TW" sz="30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(</a:t>
            </a:r>
            <a:r>
              <a:rPr lang="zh-TW" altLang="en-US" sz="30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會員</a:t>
            </a:r>
            <a:r>
              <a:rPr lang="en-US" altLang="zh-TW" sz="30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)$320/4</a:t>
            </a:r>
            <a:r>
              <a:rPr lang="zh-TW" altLang="en-US" sz="30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堂</a:t>
            </a:r>
            <a:endParaRPr lang="en-US" altLang="zh-TW" sz="3000" b="1" dirty="0">
              <a:solidFill>
                <a:srgbClr val="0070C0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r>
              <a:rPr lang="zh-TW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內容</a:t>
            </a:r>
            <a:r>
              <a:rPr lang="en-US" altLang="zh-TW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:</a:t>
            </a:r>
            <a:r>
              <a:rPr lang="zh-CN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通過系統科學的教學方法，</a:t>
            </a:r>
            <a:endParaRPr lang="en-US" altLang="zh-CN" sz="3200" b="1" dirty="0">
              <a:solidFill>
                <a:srgbClr val="0070C0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r>
              <a:rPr lang="zh-TW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教授各種打羽毛球手法、步法及</a:t>
            </a:r>
            <a:endParaRPr lang="en-US" altLang="zh-TW" sz="3200" b="1" dirty="0">
              <a:solidFill>
                <a:srgbClr val="0070C0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r>
              <a:rPr lang="zh-TW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技巧</a:t>
            </a:r>
            <a:r>
              <a:rPr lang="zh-CN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，讓學員掌握羽毛球技能，</a:t>
            </a:r>
            <a:endParaRPr lang="en-US" altLang="zh-CN" sz="3200" b="1" dirty="0">
              <a:solidFill>
                <a:srgbClr val="0070C0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r>
              <a:rPr lang="zh-CN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提升個人身體素質</a:t>
            </a:r>
            <a:r>
              <a:rPr lang="zh-TW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。</a:t>
            </a:r>
            <a:r>
              <a:rPr lang="en-US" altLang="zh-CN" sz="2800" b="1" dirty="0">
                <a:solidFill>
                  <a:schemeClr val="accent3">
                    <a:lumMod val="50000"/>
                  </a:schemeClr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【</a:t>
            </a:r>
            <a:r>
              <a:rPr lang="zh-CN" altLang="en-US" sz="2800" b="1" dirty="0">
                <a:solidFill>
                  <a:schemeClr val="accent3">
                    <a:lumMod val="50000"/>
                  </a:schemeClr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自備球拍</a:t>
            </a:r>
            <a:r>
              <a:rPr lang="en-US" altLang="zh-CN" sz="2800" b="1" dirty="0">
                <a:solidFill>
                  <a:schemeClr val="accent3">
                    <a:lumMod val="50000"/>
                  </a:schemeClr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】</a:t>
            </a:r>
            <a:endParaRPr lang="en-US" altLang="zh-TW" sz="2000" b="1" dirty="0">
              <a:solidFill>
                <a:schemeClr val="accent3">
                  <a:lumMod val="50000"/>
                </a:schemeClr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8AC2F18-01DF-8565-C25F-CED7B727752A}"/>
              </a:ext>
            </a:extLst>
          </p:cNvPr>
          <p:cNvSpPr/>
          <p:nvPr/>
        </p:nvSpPr>
        <p:spPr>
          <a:xfrm>
            <a:off x="1318746" y="776536"/>
            <a:ext cx="3983783" cy="89255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zh-TW" altLang="en-US" sz="5200" b="1" cap="none" spc="0" dirty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成人羽毛球</a:t>
            </a:r>
            <a:r>
              <a:rPr lang="en-US" altLang="zh-TW" sz="5200" dirty="0">
                <a:ln w="11430"/>
                <a:solidFill>
                  <a:prstClr val="black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Rockwell"/>
                <a:ea typeface="標楷體" panose="03000509000000000000" pitchFamily="65" charset="-120"/>
              </a:rPr>
              <a:t>A</a:t>
            </a:r>
            <a:endParaRPr lang="zh-TW" altLang="en-US" sz="5200" b="1" cap="none" spc="0" dirty="0">
              <a:ln w="11430"/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20" name="圖片 19" descr="一張含有 舞蹈, 藝術, 輪廓 的圖片&#10;&#10;AI 產生的內容可能不正確。">
            <a:extLst>
              <a:ext uri="{FF2B5EF4-FFF2-40B4-BE49-F238E27FC236}">
                <a16:creationId xmlns:a16="http://schemas.microsoft.com/office/drawing/2014/main" id="{4C0FAF04-AC0B-303C-5EF3-F6B32EBE6443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744" y="5817096"/>
            <a:ext cx="1464992" cy="2442984"/>
          </a:xfrm>
          <a:prstGeom prst="rect">
            <a:avLst/>
          </a:prstGeom>
          <a:effectLst>
            <a:outerShdw blurRad="50800" dist="50800" dir="4800000" algn="ctr" rotWithShape="0">
              <a:srgbClr val="000000"/>
            </a:outerShdw>
          </a:effectLst>
        </p:spPr>
      </p:pic>
      <p:pic>
        <p:nvPicPr>
          <p:cNvPr id="21" name="圖片 20" descr="一張含有 圖形, 美工圖案, 設計, 圖解 的圖片&#10;&#10;AI 產生的內容可能不正確。">
            <a:extLst>
              <a:ext uri="{FF2B5EF4-FFF2-40B4-BE49-F238E27FC236}">
                <a16:creationId xmlns:a16="http://schemas.microsoft.com/office/drawing/2014/main" id="{4191DFC3-27C4-BC57-24A3-192840D7A3BC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80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5064" y="1352600"/>
            <a:ext cx="2592288" cy="25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288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佈景主題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84</Words>
  <Application>Microsoft Office PowerPoint</Application>
  <PresentationFormat>A4 纸张(210x297 毫米)</PresentationFormat>
  <Paragraphs>12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新細明體</vt:lpstr>
      <vt:lpstr>Aptos</vt:lpstr>
      <vt:lpstr>Aptos Display</vt:lpstr>
      <vt:lpstr>Arial</vt:lpstr>
      <vt:lpstr>Rockwell</vt:lpstr>
      <vt:lpstr>Office 佈景主題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s</dc:creator>
  <cp:lastModifiedBy>Jize CHEN</cp:lastModifiedBy>
  <cp:revision>5</cp:revision>
  <dcterms:created xsi:type="dcterms:W3CDTF">2025-11-17T06:29:13Z</dcterms:created>
  <dcterms:modified xsi:type="dcterms:W3CDTF">2025-11-17T11:28:04Z</dcterms:modified>
</cp:coreProperties>
</file>