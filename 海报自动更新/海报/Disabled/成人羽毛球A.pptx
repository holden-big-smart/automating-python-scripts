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0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3.wdp"/><Relationship Id="rId4" Type="http://schemas.openxmlformats.org/officeDocument/2006/relationships/image" Target="../media/image2.jp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卡通, 螢幕擷取畫面, 圖形, 藝術 的圖片&#10;&#10;AI 產生的內容可能不正確。">
            <a:extLst>
              <a:ext uri="{FF2B5EF4-FFF2-40B4-BE49-F238E27FC236}">
                <a16:creationId xmlns:a16="http://schemas.microsoft.com/office/drawing/2014/main" id="{002E1A87-906F-E888-523C-CD8D73EBEE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25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355D857-7999-7353-2A18-E626CBEC8192}"/>
              </a:ext>
            </a:extLst>
          </p:cNvPr>
          <p:cNvSpPr/>
          <p:nvPr/>
        </p:nvSpPr>
        <p:spPr>
          <a:xfrm>
            <a:off x="180878" y="120469"/>
            <a:ext cx="6405822" cy="6188473"/>
          </a:xfrm>
          <a:prstGeom prst="roundRect">
            <a:avLst/>
          </a:prstGeom>
          <a:solidFill>
            <a:schemeClr val="lt1">
              <a:alpha val="95000"/>
            </a:schemeClr>
          </a:solidFill>
          <a:ln>
            <a:solidFill>
              <a:schemeClr val="bg1"/>
            </a:solidFill>
          </a:ln>
          <a:effectLst>
            <a:softEdge rad="1270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2" name="圖片 1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2C615F41-D4AB-952C-195E-EFE39516B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78" y="8392608"/>
            <a:ext cx="1420538" cy="1392924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38A117-FE71-EE2F-AE3D-61A8D77832CB}"/>
              </a:ext>
            </a:extLst>
          </p:cNvPr>
          <p:cNvSpPr/>
          <p:nvPr/>
        </p:nvSpPr>
        <p:spPr>
          <a:xfrm>
            <a:off x="1722923" y="9116576"/>
            <a:ext cx="3578285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報名</a:t>
            </a:r>
            <a:r>
              <a:rPr lang="en-US" altLang="zh-TW" sz="2000" dirty="0"/>
              <a:t>/</a:t>
            </a:r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C37313B-BC5A-D119-E34E-9A28DEFEB9DE}"/>
              </a:ext>
            </a:extLst>
          </p:cNvPr>
          <p:cNvGrpSpPr/>
          <p:nvPr/>
        </p:nvGrpSpPr>
        <p:grpSpPr>
          <a:xfrm>
            <a:off x="2923983" y="133815"/>
            <a:ext cx="3128214" cy="967023"/>
            <a:chOff x="4726534" y="8318814"/>
            <a:chExt cx="3128214" cy="967023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9CA9897-EDCC-5545-870C-7B31C5A3AE7C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7" name="圖片 6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CB730D5A-0B08-B182-2E3F-A99A0507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pic>
        <p:nvPicPr>
          <p:cNvPr id="8" name="圖片 7" descr="屯門婦聯TMWA_LOGO_V9OP-012012">
            <a:extLst>
              <a:ext uri="{FF2B5EF4-FFF2-40B4-BE49-F238E27FC236}">
                <a16:creationId xmlns:a16="http://schemas.microsoft.com/office/drawing/2014/main" id="{CD0F1308-1112-BFC7-4BA7-E1E28D54E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20" y="210713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日期">
            <a:extLst>
              <a:ext uri="{FF2B5EF4-FFF2-40B4-BE49-F238E27FC236}">
                <a16:creationId xmlns:a16="http://schemas.microsoft.com/office/drawing/2014/main" id="{48742C14-D6F4-7F94-9485-52EF01DE274F}"/>
              </a:ext>
            </a:extLst>
          </p:cNvPr>
          <p:cNvSpPr txBox="1"/>
          <p:nvPr/>
        </p:nvSpPr>
        <p:spPr>
          <a:xfrm>
            <a:off x="451471" y="1712640"/>
            <a:ext cx="38539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</a:t>
            </a:r>
            <a:r>
              <a:rPr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: 18/11-09/12/2025</a:t>
            </a:r>
          </a:p>
        </p:txBody>
      </p:sp>
      <p:sp>
        <p:nvSpPr>
          <p:cNvPr id="10" name="時間">
            <a:extLst>
              <a:ext uri="{FF2B5EF4-FFF2-40B4-BE49-F238E27FC236}">
                <a16:creationId xmlns:a16="http://schemas.microsoft.com/office/drawing/2014/main" id="{BD992F1B-47A1-25DA-51D0-856E03AF5222}"/>
              </a:ext>
            </a:extLst>
          </p:cNvPr>
          <p:cNvSpPr txBox="1"/>
          <p:nvPr/>
        </p:nvSpPr>
        <p:spPr>
          <a:xfrm>
            <a:off x="451471" y="2183978"/>
            <a:ext cx="36535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</a:t>
            </a:r>
            <a:r>
              <a:rPr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: 14:00-16:00(二)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449428-3DB9-B75A-4F66-44D786847B07}"/>
              </a:ext>
            </a:extLst>
          </p:cNvPr>
          <p:cNvSpPr/>
          <p:nvPr/>
        </p:nvSpPr>
        <p:spPr>
          <a:xfrm>
            <a:off x="451471" y="2781528"/>
            <a:ext cx="6715293" cy="3036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zh-CN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有興趣人士</a:t>
            </a:r>
            <a:endParaRPr lang="en-US" altLang="zh-TW" sz="30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>
              <a:lnSpc>
                <a:spcPts val="3800"/>
              </a:lnSpc>
            </a:pP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)$320/4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  <a:endParaRPr lang="en-US" altLang="zh-TW" sz="30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內容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通過系統科學的教學方法，</a:t>
            </a:r>
            <a:endParaRPr lang="en-US" altLang="zh-CN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教授各種打羽毛球手法、步法及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技巧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，讓學員掌握羽毛球技能，</a:t>
            </a:r>
            <a:endParaRPr lang="en-US" altLang="zh-CN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提升個人身體素質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。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【</a:t>
            </a:r>
            <a:r>
              <a:rPr lang="zh-CN" altLang="en-US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自備球拍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】</a:t>
            </a:r>
            <a:endParaRPr lang="en-US" altLang="zh-TW" sz="2000" b="1" dirty="0">
              <a:solidFill>
                <a:schemeClr val="accent3">
                  <a:lumMod val="50000"/>
                </a:schemeClr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AC2F18-01DF-8565-C25F-CED7B727752A}"/>
              </a:ext>
            </a:extLst>
          </p:cNvPr>
          <p:cNvSpPr/>
          <p:nvPr/>
        </p:nvSpPr>
        <p:spPr>
          <a:xfrm>
            <a:off x="1318746" y="776536"/>
            <a:ext cx="3983783" cy="8925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TW" altLang="en-US" sz="52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成人羽毛球</a:t>
            </a:r>
            <a:r>
              <a:rPr lang="en-US" altLang="zh-TW" sz="5200" dirty="0">
                <a:ln w="11430"/>
                <a:solidFill>
                  <a:prstClr val="black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Rockwell"/>
                <a:ea typeface="標楷體" panose="03000509000000000000" pitchFamily="65" charset="-120"/>
              </a:rPr>
              <a:t>A</a:t>
            </a:r>
            <a:endParaRPr lang="zh-TW" altLang="en-US" sz="52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" name="圖片 19" descr="一張含有 舞蹈, 藝術, 輪廓 的圖片&#10;&#10;AI 產生的內容可能不正確。">
            <a:extLst>
              <a:ext uri="{FF2B5EF4-FFF2-40B4-BE49-F238E27FC236}">
                <a16:creationId xmlns:a16="http://schemas.microsoft.com/office/drawing/2014/main" id="{4C0FAF04-AC0B-303C-5EF3-F6B32EBE644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44" y="5817096"/>
            <a:ext cx="1464992" cy="2442984"/>
          </a:xfrm>
          <a:prstGeom prst="rect">
            <a:avLst/>
          </a:prstGeom>
          <a:effectLst>
            <a:outerShdw blurRad="50800" dist="50800" dir="4800000" algn="ctr" rotWithShape="0">
              <a:srgbClr val="000000"/>
            </a:outerShdw>
          </a:effectLst>
        </p:spPr>
      </p:pic>
      <p:pic>
        <p:nvPicPr>
          <p:cNvPr id="21" name="圖片 20" descr="一張含有 圖形, 美工圖案, 設計, 圖解 的圖片&#10;&#10;AI 產生的內容可能不正確。">
            <a:extLst>
              <a:ext uri="{FF2B5EF4-FFF2-40B4-BE49-F238E27FC236}">
                <a16:creationId xmlns:a16="http://schemas.microsoft.com/office/drawing/2014/main" id="{4191DFC3-27C4-BC57-24A3-192840D7A3B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1352600"/>
            <a:ext cx="259228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8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84</Words>
  <Application>Microsoft Office PowerPoint</Application>
  <PresentationFormat>A4 纸张(210x297 毫米)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5</cp:revision>
  <dcterms:created xsi:type="dcterms:W3CDTF">2025-11-17T06:29:13Z</dcterms:created>
  <dcterms:modified xsi:type="dcterms:W3CDTF">2025-11-17T11:28:04Z</dcterms:modified>
</cp:coreProperties>
</file>