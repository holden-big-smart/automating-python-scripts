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5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BDE66-D77A-14C5-F480-6CFD3D00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8ECEB721-6293-C5D2-FF6E-94298E6AD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27" y="8248790"/>
            <a:ext cx="1412181" cy="1384730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597741A-288E-E1A7-884E-A41A884E2C98}"/>
              </a:ext>
            </a:extLst>
          </p:cNvPr>
          <p:cNvSpPr txBox="1"/>
          <p:nvPr/>
        </p:nvSpPr>
        <p:spPr>
          <a:xfrm>
            <a:off x="2058520" y="1064568"/>
            <a:ext cx="2954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5400" b="1" dirty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跆拳道班</a:t>
            </a:r>
            <a:endParaRPr lang="en-US" altLang="zh-TW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70C0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MS PGothic" pitchFamily="34" charset="-128"/>
              <a:ea typeface="MS PGothic" pitchFamily="34" charset="-128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0D2DB3A-CA1E-E0A5-1D98-5063EE41BB68}"/>
              </a:ext>
            </a:extLst>
          </p:cNvPr>
          <p:cNvSpPr/>
          <p:nvPr/>
        </p:nvSpPr>
        <p:spPr>
          <a:xfrm>
            <a:off x="692696" y="1856656"/>
            <a:ext cx="5756330" cy="5214511"/>
          </a:xfrm>
          <a:prstGeom prst="roundRect">
            <a:avLst/>
          </a:prstGeom>
          <a:solidFill>
            <a:schemeClr val="lt1"/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3" name="圖片 12" descr="一張含有 卡通, 寫生, 圖畫, 人的臉孔 的圖片&#10;&#10;AI 產生的內容可能不正確。">
            <a:extLst>
              <a:ext uri="{FF2B5EF4-FFF2-40B4-BE49-F238E27FC236}">
                <a16:creationId xmlns:a16="http://schemas.microsoft.com/office/drawing/2014/main" id="{0F13F680-40EF-40C0-FBC6-170403AE4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43" y="5999309"/>
            <a:ext cx="2041461" cy="2041461"/>
          </a:xfrm>
          <a:prstGeom prst="roundRect">
            <a:avLst>
              <a:gd name="adj" fmla="val 45845"/>
            </a:avLst>
          </a:prstGeom>
          <a:effectLst>
            <a:softEdge rad="101600"/>
          </a:effectLst>
        </p:spPr>
      </p:pic>
      <p:sp>
        <p:nvSpPr>
          <p:cNvPr id="17" name="日期">
            <a:extLst>
              <a:ext uri="{FF2B5EF4-FFF2-40B4-BE49-F238E27FC236}">
                <a16:creationId xmlns:a16="http://schemas.microsoft.com/office/drawing/2014/main" id="{20933561-9824-2BD0-A45C-033CFFB25D9E}"/>
              </a:ext>
            </a:extLst>
          </p:cNvPr>
          <p:cNvSpPr txBox="1"/>
          <p:nvPr/>
        </p:nvSpPr>
        <p:spPr>
          <a:xfrm>
            <a:off x="980728" y="1856656"/>
            <a:ext cx="359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800" b="1" dirty="0" err="1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日期</a:t>
            </a:r>
            <a:r>
              <a:rPr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 : 03/01-07/03/2026</a:t>
            </a:r>
          </a:p>
        </p:txBody>
      </p:sp>
      <p:sp>
        <p:nvSpPr>
          <p:cNvPr id="18" name="時間">
            <a:extLst>
              <a:ext uri="{FF2B5EF4-FFF2-40B4-BE49-F238E27FC236}">
                <a16:creationId xmlns:a16="http://schemas.microsoft.com/office/drawing/2014/main" id="{51D72FE7-CC75-69CB-E7D2-A4DC04FC9255}"/>
              </a:ext>
            </a:extLst>
          </p:cNvPr>
          <p:cNvSpPr txBox="1"/>
          <p:nvPr/>
        </p:nvSpPr>
        <p:spPr>
          <a:xfrm>
            <a:off x="980728" y="2384828"/>
            <a:ext cx="3414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800" b="1" dirty="0" err="1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時間</a:t>
            </a:r>
            <a:r>
              <a:rPr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 : 20:00-21:30(六)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161492BC-56E3-BC11-CFDC-7693BC45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889" y="2580239"/>
            <a:ext cx="1303559" cy="1092834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F9EE87A-C006-7B07-C959-CD66A667BAF6}"/>
              </a:ext>
            </a:extLst>
          </p:cNvPr>
          <p:cNvSpPr/>
          <p:nvPr/>
        </p:nvSpPr>
        <p:spPr>
          <a:xfrm>
            <a:off x="2014662" y="8105296"/>
            <a:ext cx="3578285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報名</a:t>
            </a:r>
            <a:r>
              <a:rPr lang="en-US" altLang="zh-TW" sz="2000" dirty="0"/>
              <a:t>/</a:t>
            </a:r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BD5F8D10-FB24-A40F-1C61-1178B874F969}"/>
              </a:ext>
            </a:extLst>
          </p:cNvPr>
          <p:cNvGrpSpPr/>
          <p:nvPr/>
        </p:nvGrpSpPr>
        <p:grpSpPr>
          <a:xfrm>
            <a:off x="1971741" y="8826896"/>
            <a:ext cx="3128214" cy="967023"/>
            <a:chOff x="4726534" y="8318814"/>
            <a:chExt cx="3128214" cy="967023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9F8E094F-828E-4F95-0F0E-C6478315BF21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solidFill>
              <a:schemeClr val="bg1">
                <a:alpha val="54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9" name="圖片 8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EAE346CD-A6A5-DFB0-1ED5-E98BB272E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pic>
        <p:nvPicPr>
          <p:cNvPr id="14" name="圖片 13" descr="屯門婦聯TMWA_LOGO_V9OP-012012">
            <a:extLst>
              <a:ext uri="{FF2B5EF4-FFF2-40B4-BE49-F238E27FC236}">
                <a16:creationId xmlns:a16="http://schemas.microsoft.com/office/drawing/2014/main" id="{300DE906-A20F-DCE4-86EB-FFF98AD32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398" y="-15554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46C14E2-DFBD-104B-5951-EAB44FB950F6}"/>
              </a:ext>
            </a:extLst>
          </p:cNvPr>
          <p:cNvSpPr/>
          <p:nvPr/>
        </p:nvSpPr>
        <p:spPr>
          <a:xfrm>
            <a:off x="980728" y="3059878"/>
            <a:ext cx="5396290" cy="3813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</a:pP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對象：</a:t>
            </a:r>
            <a:r>
              <a:rPr lang="en-US" altLang="zh-TW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4-12</a:t>
            </a:r>
            <a:r>
              <a:rPr lang="zh-CN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</a:t>
            </a:r>
            <a:endParaRPr lang="en-US" altLang="zh-TW" sz="3200" b="1" dirty="0">
              <a:solidFill>
                <a:srgbClr val="7030A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4200"/>
              </a:lnSpc>
            </a:pP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HK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</a:t>
            </a: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$300/4</a:t>
            </a:r>
            <a:r>
              <a:rPr lang="zh-TW" altLang="en-US" sz="3200" b="1" dirty="0">
                <a:solidFill>
                  <a:srgbClr val="7030A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 </a:t>
            </a:r>
            <a:endParaRPr lang="en-US" altLang="zh-TW" sz="3200" b="1" dirty="0">
              <a:solidFill>
                <a:srgbClr val="7030A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42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不足</a:t>
            </a:r>
            <a:r>
              <a:rPr lang="en-US" altLang="zh-TW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4</a:t>
            </a:r>
            <a:r>
              <a:rPr lang="zh-TW" altLang="en-US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堂或多於</a:t>
            </a:r>
            <a:r>
              <a:rPr lang="en-US" altLang="zh-TW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4</a:t>
            </a:r>
            <a:r>
              <a:rPr lang="zh-TW" altLang="en-US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堂按比例收費</a:t>
            </a:r>
            <a:r>
              <a:rPr lang="en-US" altLang="zh-TW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,</a:t>
            </a:r>
            <a:r>
              <a:rPr lang="zh-TW" altLang="en-US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按月付款</a:t>
            </a:r>
            <a:r>
              <a:rPr lang="en-US" altLang="zh-TW" sz="2200" b="1" dirty="0"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</a:p>
          <a:p>
            <a:pPr>
              <a:lnSpc>
                <a:spcPts val="4200"/>
              </a:lnSpc>
            </a:pPr>
            <a:r>
              <a:rPr lang="zh-TW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內</a:t>
            </a:r>
            <a:r>
              <a:rPr lang="en-US" altLang="zh-TW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zh-TW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容：教授跆拳道禮儀、基本踢法、套拳、自衛術、體能訓練、紀律培養等 </a:t>
            </a:r>
            <a:r>
              <a:rPr lang="en-US" altLang="zh-TW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可代購跆拳道</a:t>
            </a:r>
            <a:endParaRPr lang="en-US" altLang="zh-TW" sz="2800" b="1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4200"/>
              </a:lnSpc>
            </a:pPr>
            <a:r>
              <a:rPr lang="zh-CN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道</a:t>
            </a:r>
            <a:r>
              <a:rPr lang="zh-TW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袍及安排考帶</a:t>
            </a:r>
            <a:r>
              <a:rPr lang="en-US" altLang="zh-TW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) </a:t>
            </a:r>
            <a:r>
              <a:rPr lang="zh-TW" altLang="en-US" sz="28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597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91</Words>
  <Application>Microsoft Office PowerPoint</Application>
  <PresentationFormat>A4 纸张(210x297 毫米)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MS PGothic</vt:lpstr>
      <vt:lpstr>新細明體</vt:lpstr>
      <vt:lpstr>Aptos</vt:lpstr>
      <vt:lpstr>Aptos Display</vt:lpstr>
      <vt:lpstr>Arial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4</cp:revision>
  <dcterms:created xsi:type="dcterms:W3CDTF">2025-11-17T06:29:13Z</dcterms:created>
  <dcterms:modified xsi:type="dcterms:W3CDTF">2025-11-17T11:29:06Z</dcterms:modified>
</cp:coreProperties>
</file>