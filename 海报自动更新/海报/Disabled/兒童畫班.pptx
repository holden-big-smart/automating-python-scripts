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597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2235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6FB99-1A8A-47BC-898D-A480BB7A6D65}" type="datetimeFigureOut">
              <a:rPr lang="zh-HK" altLang="en-US" smtClean="0"/>
              <a:t>21/11/2025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5D301-A3D6-43C2-980C-E8910DFEDCDD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457201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6FB99-1A8A-47BC-898D-A480BB7A6D65}" type="datetimeFigureOut">
              <a:rPr lang="zh-HK" altLang="en-US" smtClean="0"/>
              <a:t>21/11/2025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5D301-A3D6-43C2-980C-E8910DFEDCDD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41147185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6FB99-1A8A-47BC-898D-A480BB7A6D65}" type="datetimeFigureOut">
              <a:rPr lang="zh-HK" altLang="en-US" smtClean="0"/>
              <a:t>21/11/2025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5D301-A3D6-43C2-980C-E8910DFEDCDD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1360254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6FB99-1A8A-47BC-898D-A480BB7A6D65}" type="datetimeFigureOut">
              <a:rPr lang="zh-HK" altLang="en-US" smtClean="0"/>
              <a:t>21/11/2025</a:t>
            </a:fld>
            <a:endParaRPr lang="zh-HK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5D301-A3D6-43C2-980C-E8910DFEDCDD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983707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6FB99-1A8A-47BC-898D-A480BB7A6D65}" type="datetimeFigureOut">
              <a:rPr lang="zh-HK" altLang="en-US" smtClean="0"/>
              <a:t>21/11/2025</a:t>
            </a:fld>
            <a:endParaRPr lang="zh-HK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5D301-A3D6-43C2-980C-E8910DFEDCDD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5252718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6FB99-1A8A-47BC-898D-A480BB7A6D65}" type="datetimeFigureOut">
              <a:rPr lang="zh-HK" altLang="en-US" smtClean="0"/>
              <a:t>21/11/2025</a:t>
            </a:fld>
            <a:endParaRPr lang="zh-HK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5D301-A3D6-43C2-980C-E8910DFEDCDD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9274950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6FB99-1A8A-47BC-898D-A480BB7A6D65}" type="datetimeFigureOut">
              <a:rPr lang="zh-HK" altLang="en-US" smtClean="0"/>
              <a:t>21/11/2025</a:t>
            </a:fld>
            <a:endParaRPr lang="zh-HK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5D301-A3D6-43C2-980C-E8910DFEDCDD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5889889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6FB99-1A8A-47BC-898D-A480BB7A6D65}" type="datetimeFigureOut">
              <a:rPr lang="zh-HK" altLang="en-US" smtClean="0"/>
              <a:t>21/11/2025</a:t>
            </a:fld>
            <a:endParaRPr lang="zh-HK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5D301-A3D6-43C2-980C-E8910DFEDCDD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2820340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6FB99-1A8A-47BC-898D-A480BB7A6D65}" type="datetimeFigureOut">
              <a:rPr lang="zh-HK" altLang="en-US" smtClean="0"/>
              <a:t>21/11/2025</a:t>
            </a:fld>
            <a:endParaRPr lang="zh-HK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5D301-A3D6-43C2-980C-E8910DFEDCDD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3119093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6FB99-1A8A-47BC-898D-A480BB7A6D65}" type="datetimeFigureOut">
              <a:rPr lang="zh-HK" altLang="en-US" smtClean="0"/>
              <a:t>21/11/2025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5D301-A3D6-43C2-980C-E8910DFEDCDD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8630461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6FB99-1A8A-47BC-898D-A480BB7A6D65}" type="datetimeFigureOut">
              <a:rPr lang="zh-HK" altLang="en-US" smtClean="0"/>
              <a:t>21/11/2025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5D301-A3D6-43C2-980C-E8910DFEDCDD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3179574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A6FB99-1A8A-47BC-898D-A480BB7A6D65}" type="datetimeFigureOut">
              <a:rPr lang="zh-HK" altLang="en-US" smtClean="0"/>
              <a:t>21/11/2025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AC5D301-A3D6-43C2-980C-E8910DFEDCDD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264790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2.jp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microsoft.com/office/2007/relationships/hdphoto" Target="../media/hdphoto1.wdp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 descr="一張含有 兒童藝術, 圖畫, 卡通, 美工圖案 的圖片&#10;&#10;AI 產生的內容可能不正確。">
            <a:extLst>
              <a:ext uri="{FF2B5EF4-FFF2-40B4-BE49-F238E27FC236}">
                <a16:creationId xmlns:a16="http://schemas.microsoft.com/office/drawing/2014/main" id="{B9126C46-B386-1A8F-5DC9-EE31E232DE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6858001" cy="990600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D386599E-D3F6-1234-E808-484183F6A8FC}"/>
              </a:ext>
            </a:extLst>
          </p:cNvPr>
          <p:cNvSpPr/>
          <p:nvPr/>
        </p:nvSpPr>
        <p:spPr>
          <a:xfrm>
            <a:off x="908720" y="3152800"/>
            <a:ext cx="6715293" cy="29238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3200" b="1" dirty="0">
                <a:solidFill>
                  <a:srgbClr val="0070C0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對象：</a:t>
            </a:r>
            <a:r>
              <a:rPr lang="en-US" altLang="zh-TW" sz="3200" b="1" dirty="0">
                <a:solidFill>
                  <a:srgbClr val="0070C0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5</a:t>
            </a:r>
            <a:r>
              <a:rPr lang="zh-TW" altLang="en-US" sz="3200" b="1" dirty="0">
                <a:solidFill>
                  <a:srgbClr val="0070C0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歲以上</a:t>
            </a:r>
          </a:p>
          <a:p>
            <a:r>
              <a:rPr lang="zh-TW" altLang="en-US" sz="3200" b="1" dirty="0">
                <a:solidFill>
                  <a:srgbClr val="0070C0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費用 </a:t>
            </a:r>
            <a:r>
              <a:rPr lang="en-US" altLang="zh-TW" sz="3200" b="1" dirty="0">
                <a:solidFill>
                  <a:srgbClr val="0070C0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: (</a:t>
            </a:r>
            <a:r>
              <a:rPr lang="zh-TW" altLang="en-US" sz="3200" b="1" dirty="0">
                <a:solidFill>
                  <a:srgbClr val="0070C0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會員</a:t>
            </a:r>
            <a:r>
              <a:rPr lang="en-US" altLang="zh-TW" sz="3200" b="1" dirty="0">
                <a:solidFill>
                  <a:srgbClr val="0070C0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) $400/ 6</a:t>
            </a:r>
            <a:r>
              <a:rPr lang="zh-TW" altLang="en-US" sz="3200" b="1" dirty="0">
                <a:solidFill>
                  <a:srgbClr val="0070C0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堂</a:t>
            </a:r>
          </a:p>
          <a:p>
            <a:r>
              <a:rPr lang="zh-TW" altLang="en-US" sz="3200" b="1" dirty="0">
                <a:solidFill>
                  <a:srgbClr val="0070C0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內容：基礎入門、構思及</a:t>
            </a:r>
            <a:endParaRPr lang="en-US" altLang="zh-TW" sz="3200" b="1" dirty="0">
              <a:solidFill>
                <a:srgbClr val="0070C0"/>
              </a:solidFill>
              <a:latin typeface="新細明體" panose="02020500000000000000" pitchFamily="18" charset="-120"/>
              <a:ea typeface="新細明體" panose="02020500000000000000" pitchFamily="18" charset="-120"/>
            </a:endParaRPr>
          </a:p>
          <a:p>
            <a:r>
              <a:rPr lang="zh-TW" altLang="en-US" sz="3200" b="1" dirty="0">
                <a:solidFill>
                  <a:srgbClr val="0070C0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繪畫方法、利用各種顏色</a:t>
            </a:r>
            <a:endParaRPr lang="en-US" altLang="zh-TW" sz="3200" b="1" dirty="0">
              <a:solidFill>
                <a:srgbClr val="0070C0"/>
              </a:solidFill>
              <a:latin typeface="新細明體" panose="02020500000000000000" pitchFamily="18" charset="-120"/>
              <a:ea typeface="新細明體" panose="02020500000000000000" pitchFamily="18" charset="-120"/>
            </a:endParaRPr>
          </a:p>
          <a:p>
            <a:r>
              <a:rPr lang="zh-TW" altLang="en-US" sz="3200" b="1" dirty="0">
                <a:solidFill>
                  <a:srgbClr val="0070C0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材料畫出各種不同趣味圖畫。</a:t>
            </a:r>
            <a:endParaRPr lang="en-US" altLang="zh-TW" sz="3200" b="1" dirty="0">
              <a:solidFill>
                <a:srgbClr val="0070C0"/>
              </a:solidFill>
              <a:latin typeface="新細明體" panose="02020500000000000000" pitchFamily="18" charset="-120"/>
              <a:ea typeface="新細明體" panose="02020500000000000000" pitchFamily="18" charset="-120"/>
            </a:endParaRPr>
          </a:p>
          <a:p>
            <a:r>
              <a:rPr lang="en-US" altLang="zh-TW" sz="2400" b="1" dirty="0">
                <a:solidFill>
                  <a:srgbClr val="00B050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【</a:t>
            </a:r>
            <a:r>
              <a:rPr lang="zh-TW" altLang="en-US" sz="2400" b="1" dirty="0">
                <a:solidFill>
                  <a:srgbClr val="00B050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自備</a:t>
            </a:r>
            <a:r>
              <a:rPr lang="zh-CN" altLang="en-US" sz="2400" b="1" dirty="0">
                <a:solidFill>
                  <a:srgbClr val="00B050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鉛筆</a:t>
            </a:r>
            <a:r>
              <a:rPr lang="zh-TW" altLang="en-US" sz="2400" b="1" dirty="0">
                <a:solidFill>
                  <a:srgbClr val="00B050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、</a:t>
            </a:r>
            <a:r>
              <a:rPr lang="zh-CN" altLang="en-US" sz="2400" b="1" dirty="0">
                <a:solidFill>
                  <a:srgbClr val="00B050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擦膠</a:t>
            </a:r>
            <a:r>
              <a:rPr lang="zh-TW" altLang="en-US" sz="2400" b="1" dirty="0">
                <a:solidFill>
                  <a:srgbClr val="00B050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、</a:t>
            </a:r>
            <a:r>
              <a:rPr lang="en-US" altLang="zh-TW" sz="2400" b="1" dirty="0">
                <a:solidFill>
                  <a:srgbClr val="00B050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A3</a:t>
            </a:r>
            <a:r>
              <a:rPr lang="zh-TW" altLang="en-US" sz="2400" b="1" dirty="0">
                <a:solidFill>
                  <a:srgbClr val="00B050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畫簿、油粉彩</a:t>
            </a:r>
            <a:r>
              <a:rPr lang="en-US" altLang="zh-TW" sz="2400" b="1" dirty="0">
                <a:solidFill>
                  <a:srgbClr val="00B050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】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588C4390-01C2-DC94-0C40-4EFEC10653AB}"/>
              </a:ext>
            </a:extLst>
          </p:cNvPr>
          <p:cNvSpPr txBox="1"/>
          <p:nvPr/>
        </p:nvSpPr>
        <p:spPr>
          <a:xfrm>
            <a:off x="1831210" y="1354922"/>
            <a:ext cx="2821926" cy="861774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marL="72000" marR="0" lvl="0" indent="0" algn="ctr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HK" altLang="en-US" sz="5000" b="1" i="0" u="none" strike="noStrike" kern="1200" normalizeH="0" baseline="0" noProof="0" dirty="0">
                <a:ln/>
                <a:solidFill>
                  <a:srgbClr val="35B402"/>
                </a:solidFill>
                <a:uLnTx/>
                <a:uFillTx/>
                <a:latin typeface="Rockwell"/>
                <a:ea typeface="標楷體" panose="03000509000000000000" pitchFamily="65" charset="-120"/>
                <a:cs typeface="+mn-cs"/>
              </a:rPr>
              <a:t>兒童畫班</a:t>
            </a:r>
          </a:p>
        </p:txBody>
      </p:sp>
      <p:sp>
        <p:nvSpPr>
          <p:cNvPr id="8" name="日期">
            <a:extLst>
              <a:ext uri="{FF2B5EF4-FFF2-40B4-BE49-F238E27FC236}">
                <a16:creationId xmlns:a16="http://schemas.microsoft.com/office/drawing/2014/main" id="{2F8FEA6B-8D5E-80D6-D598-7D5E8025A23D}"/>
              </a:ext>
            </a:extLst>
          </p:cNvPr>
          <p:cNvSpPr txBox="1"/>
          <p:nvPr/>
        </p:nvSpPr>
        <p:spPr>
          <a:xfrm>
            <a:off x="908720" y="2144688"/>
            <a:ext cx="41072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200" b="1" dirty="0" err="1">
                <a:solidFill>
                  <a:srgbClr val="0070C0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日期</a:t>
            </a:r>
            <a:r>
              <a:rPr sz="3200" b="1" dirty="0">
                <a:solidFill>
                  <a:srgbClr val="0070C0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 </a:t>
            </a:r>
            <a:r>
              <a:rPr sz="3200" b="1">
                <a:solidFill>
                  <a:srgbClr val="0070C0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: 08/1</a:t>
            </a:r>
            <a:r>
              <a:rPr lang="en-US" altLang="zh-CN" sz="3200" b="1">
                <a:solidFill>
                  <a:srgbClr val="0070C0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0</a:t>
            </a:r>
            <a:r>
              <a:rPr sz="3200" b="1">
                <a:solidFill>
                  <a:srgbClr val="0070C0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-12/01/2026</a:t>
            </a:r>
            <a:endParaRPr sz="3200" b="1" dirty="0">
              <a:solidFill>
                <a:srgbClr val="0070C0"/>
              </a:solidFill>
              <a:latin typeface="新細明體" panose="02020500000000000000" pitchFamily="18" charset="-120"/>
              <a:ea typeface="新細明體" panose="02020500000000000000" pitchFamily="18" charset="-120"/>
            </a:endParaRPr>
          </a:p>
        </p:txBody>
      </p:sp>
      <p:sp>
        <p:nvSpPr>
          <p:cNvPr id="9" name="時間">
            <a:extLst>
              <a:ext uri="{FF2B5EF4-FFF2-40B4-BE49-F238E27FC236}">
                <a16:creationId xmlns:a16="http://schemas.microsoft.com/office/drawing/2014/main" id="{24625E28-A699-F073-7ED9-1CE30AD905FF}"/>
              </a:ext>
            </a:extLst>
          </p:cNvPr>
          <p:cNvSpPr txBox="1"/>
          <p:nvPr/>
        </p:nvSpPr>
        <p:spPr>
          <a:xfrm>
            <a:off x="881661" y="2608384"/>
            <a:ext cx="38940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200" b="1" dirty="0" err="1">
                <a:solidFill>
                  <a:srgbClr val="0070C0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時間</a:t>
            </a:r>
            <a:r>
              <a:rPr sz="3200" b="1" dirty="0">
                <a:solidFill>
                  <a:srgbClr val="0070C0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 : 17:30-18:30(一)</a:t>
            </a:r>
          </a:p>
        </p:txBody>
      </p:sp>
      <p:pic>
        <p:nvPicPr>
          <p:cNvPr id="11" name="圖片 10" descr="一張含有 樣式, 圖形, 圓形, 黑與白 的圖片&#10;&#10;AI 產生的內容可能不正確。">
            <a:extLst>
              <a:ext uri="{FF2B5EF4-FFF2-40B4-BE49-F238E27FC236}">
                <a16:creationId xmlns:a16="http://schemas.microsoft.com/office/drawing/2014/main" id="{5C406FE0-D56F-9B8F-2D62-51C25309E3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8669" y="8049344"/>
            <a:ext cx="1248403" cy="1224136"/>
          </a:xfrm>
          <a:prstGeom prst="rect">
            <a:avLst/>
          </a:prstGeom>
          <a:effectLst>
            <a:outerShdw blurRad="381000" dist="38100" dir="8100000" sx="104000" sy="104000" algn="tr" rotWithShape="0">
              <a:prstClr val="black">
                <a:alpha val="40000"/>
              </a:prstClr>
            </a:outerShdw>
          </a:effectLst>
        </p:spPr>
      </p:pic>
      <p:pic>
        <p:nvPicPr>
          <p:cNvPr id="12" name="圖片 11" descr="一張含有 卡通, 美工圖案 的圖片&#10;&#10;AI 產生的內容可能不正確。">
            <a:extLst>
              <a:ext uri="{FF2B5EF4-FFF2-40B4-BE49-F238E27FC236}">
                <a16:creationId xmlns:a16="http://schemas.microsoft.com/office/drawing/2014/main" id="{B15EE5D8-25FC-EC81-2872-A1DACA1474E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2839" y="147036"/>
            <a:ext cx="3051066" cy="3051066"/>
          </a:xfrm>
          <a:prstGeom prst="rect">
            <a:avLst/>
          </a:prstGeom>
        </p:spPr>
      </p:pic>
      <p:pic>
        <p:nvPicPr>
          <p:cNvPr id="13" name="圖片 12" descr="一張含有 書寫工具, 辦公用品, 文具, 鉛筆 的圖片&#10;&#10;AI 產生的內容可能不正確。">
            <a:extLst>
              <a:ext uri="{FF2B5EF4-FFF2-40B4-BE49-F238E27FC236}">
                <a16:creationId xmlns:a16="http://schemas.microsoft.com/office/drawing/2014/main" id="{F10D0261-4A5A-A1B6-998A-70AB57FD03C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6366" y="5941703"/>
            <a:ext cx="2183935" cy="2107641"/>
          </a:xfrm>
          <a:prstGeom prst="rect">
            <a:avLst/>
          </a:prstGeom>
        </p:spPr>
      </p:pic>
      <p:grpSp>
        <p:nvGrpSpPr>
          <p:cNvPr id="15" name="群組 14">
            <a:extLst>
              <a:ext uri="{FF2B5EF4-FFF2-40B4-BE49-F238E27FC236}">
                <a16:creationId xmlns:a16="http://schemas.microsoft.com/office/drawing/2014/main" id="{9CFB764E-31FA-0D8E-72B1-B8D692C1DAE3}"/>
              </a:ext>
            </a:extLst>
          </p:cNvPr>
          <p:cNvGrpSpPr/>
          <p:nvPr/>
        </p:nvGrpSpPr>
        <p:grpSpPr>
          <a:xfrm>
            <a:off x="908720" y="6434249"/>
            <a:ext cx="3128214" cy="967023"/>
            <a:chOff x="4726534" y="8318814"/>
            <a:chExt cx="3128214" cy="967023"/>
          </a:xfrm>
        </p:grpSpPr>
        <p:sp>
          <p:nvSpPr>
            <p:cNvPr id="16" name="文字方塊 15">
              <a:extLst>
                <a:ext uri="{FF2B5EF4-FFF2-40B4-BE49-F238E27FC236}">
                  <a16:creationId xmlns:a16="http://schemas.microsoft.com/office/drawing/2014/main" id="{A1966355-1928-9AC8-83AC-327EF87CF172}"/>
                </a:ext>
              </a:extLst>
            </p:cNvPr>
            <p:cNvSpPr txBox="1"/>
            <p:nvPr/>
          </p:nvSpPr>
          <p:spPr>
            <a:xfrm>
              <a:off x="5693557" y="8465175"/>
              <a:ext cx="2161191" cy="715089"/>
            </a:xfrm>
            <a:prstGeom prst="round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dirty="0">
                  <a:latin typeface="新細明體" panose="02020500000000000000" pitchFamily="18" charset="-120"/>
                  <a:ea typeface="新細明體" panose="02020500000000000000" pitchFamily="18" charset="-120"/>
                </a:rPr>
                <a:t>查詢電話</a:t>
              </a:r>
              <a:r>
                <a:rPr lang="en-US" altLang="zh-CN" dirty="0">
                  <a:latin typeface="新細明體" panose="02020500000000000000" pitchFamily="18" charset="-120"/>
                  <a:ea typeface="新細明體" panose="02020500000000000000" pitchFamily="18" charset="-120"/>
                </a:rPr>
                <a:t>/WhatsApp</a:t>
              </a:r>
              <a:endParaRPr lang="en-US" altLang="zh-HK" dirty="0">
                <a:latin typeface="新細明體" panose="02020500000000000000" pitchFamily="18" charset="-120"/>
                <a:ea typeface="新細明體" panose="02020500000000000000" pitchFamily="18" charset="-120"/>
              </a:endParaRPr>
            </a:p>
            <a:p>
              <a:pPr algn="ctr"/>
              <a:r>
                <a:rPr lang="en-US" altLang="zh-HK" dirty="0">
                  <a:latin typeface="新細明體" panose="02020500000000000000" pitchFamily="18" charset="-120"/>
                  <a:ea typeface="新細明體" panose="02020500000000000000" pitchFamily="18" charset="-120"/>
                </a:rPr>
                <a:t>2467 3867</a:t>
              </a:r>
              <a:endParaRPr lang="zh-HK" altLang="en-US" dirty="0">
                <a:latin typeface="新細明體" panose="02020500000000000000" pitchFamily="18" charset="-120"/>
                <a:ea typeface="新細明體" panose="02020500000000000000" pitchFamily="18" charset="-120"/>
              </a:endParaRPr>
            </a:p>
          </p:txBody>
        </p:sp>
        <p:pic>
          <p:nvPicPr>
            <p:cNvPr id="17" name="圖片 16" descr="一張含有 寫生, 圖畫, 美工圖案, 圖解 的圖片&#10;&#10;AI 產生的內容可能不正確。">
              <a:extLst>
                <a:ext uri="{FF2B5EF4-FFF2-40B4-BE49-F238E27FC236}">
                  <a16:creationId xmlns:a16="http://schemas.microsoft.com/office/drawing/2014/main" id="{6AF76308-F048-20F1-454D-668B32C5B2D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BEBA8EAE-BF5A-486C-A8C5-ECC9F3942E4B}">
                  <a14:imgProps xmlns:a14="http://schemas.microsoft.com/office/drawing/2010/main">
                    <a14:imgLayer r:embed="rId8">
                      <a14:imgEffect>
                        <a14:backgroundRemoval t="10000" b="90000" l="10000" r="90000">
                          <a14:foregroundMark x1="11556" y1="56444" x2="11556" y2="56444"/>
                          <a14:foregroundMark x1="9778" y1="60889" x2="9778" y2="60889"/>
                          <a14:foregroundMark x1="87556" y1="37778" x2="87556" y2="37778"/>
                          <a14:foregroundMark x1="89778" y1="41778" x2="89778" y2="41778"/>
                          <a14:foregroundMark x1="83556" y1="45778" x2="83556" y2="45778"/>
                          <a14:foregroundMark x1="80889" y1="43556" x2="80889" y2="43556"/>
                          <a14:foregroundMark x1="30667" y1="29778" x2="30667" y2="29778"/>
                          <a14:foregroundMark x1="24000" y1="36444" x2="24000" y2="36444"/>
                          <a14:foregroundMark x1="18222" y1="41778" x2="18667" y2="43556"/>
                          <a14:foregroundMark x1="18667" y1="44889" x2="18667" y2="44889"/>
                          <a14:foregroundMark x1="12889" y1="72444" x2="12889" y2="72444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26534" y="8318814"/>
              <a:ext cx="967023" cy="967023"/>
            </a:xfrm>
            <a:prstGeom prst="rect">
              <a:avLst/>
            </a:prstGeom>
          </p:spPr>
        </p:pic>
      </p:grp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5F39C829-DBE8-AB9A-A6F6-FFA85539986A}"/>
              </a:ext>
            </a:extLst>
          </p:cNvPr>
          <p:cNvSpPr txBox="1"/>
          <p:nvPr/>
        </p:nvSpPr>
        <p:spPr>
          <a:xfrm>
            <a:off x="908720" y="6075511"/>
            <a:ext cx="40382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400" b="1" dirty="0">
                <a:solidFill>
                  <a:srgbClr val="0070C0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報名</a:t>
            </a:r>
            <a:r>
              <a:rPr lang="en-US" altLang="zh-TW" sz="2400" b="1" dirty="0">
                <a:solidFill>
                  <a:srgbClr val="0070C0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/</a:t>
            </a:r>
            <a:r>
              <a:rPr lang="zh-TW" altLang="en-US" sz="2400" b="1" dirty="0">
                <a:solidFill>
                  <a:srgbClr val="0070C0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上課地點</a:t>
            </a:r>
            <a:r>
              <a:rPr lang="en-US" altLang="zh-TW" sz="2400" b="1" dirty="0">
                <a:solidFill>
                  <a:srgbClr val="0070C0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:</a:t>
            </a:r>
            <a:r>
              <a:rPr lang="zh-TW" altLang="en-US" sz="2400" b="1" dirty="0">
                <a:solidFill>
                  <a:srgbClr val="0070C0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山景社區會堂</a:t>
            </a:r>
          </a:p>
        </p:txBody>
      </p:sp>
    </p:spTree>
    <p:extLst>
      <p:ext uri="{BB962C8B-B14F-4D97-AF65-F5344CB8AC3E}">
        <p14:creationId xmlns:p14="http://schemas.microsoft.com/office/powerpoint/2010/main" val="24020914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佈景主題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</TotalTime>
  <Words>83</Words>
  <Application>Microsoft Office PowerPoint</Application>
  <PresentationFormat>A4 纸张(210x297 毫米)</PresentationFormat>
  <Paragraphs>12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新細明體</vt:lpstr>
      <vt:lpstr>Aptos</vt:lpstr>
      <vt:lpstr>Aptos Display</vt:lpstr>
      <vt:lpstr>Arial</vt:lpstr>
      <vt:lpstr>Rockwell</vt:lpstr>
      <vt:lpstr>Office 佈景主題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 s</dc:creator>
  <cp:lastModifiedBy>Jize CHEN</cp:lastModifiedBy>
  <cp:revision>5</cp:revision>
  <dcterms:created xsi:type="dcterms:W3CDTF">2025-11-17T06:29:13Z</dcterms:created>
  <dcterms:modified xsi:type="dcterms:W3CDTF">2025-11-21T08:20:37Z</dcterms:modified>
</cp:coreProperties>
</file>