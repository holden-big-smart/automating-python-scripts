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9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png"/><Relationship Id="rId8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兒童藝術, 圖畫, 卡通, 美工圖案 的圖片&#10;&#10;AI 產生的內容可能不正確。">
            <a:extLst>
              <a:ext uri="{FF2B5EF4-FFF2-40B4-BE49-F238E27FC236}">
                <a16:creationId xmlns:a16="http://schemas.microsoft.com/office/drawing/2014/main" id="{B9126C46-B386-1A8F-5DC9-EE31E232D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386599E-D3F6-1234-E808-484183F6A8FC}"/>
              </a:ext>
            </a:extLst>
          </p:cNvPr>
          <p:cNvSpPr/>
          <p:nvPr/>
        </p:nvSpPr>
        <p:spPr>
          <a:xfrm>
            <a:off x="908720" y="3152800"/>
            <a:ext cx="671529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對象：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歲以上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 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 $400/ 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內容：基礎入門、構思及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繪畫方法、利用各種顏色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材料畫出各種不同趣味圖畫。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鉛筆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擦膠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A3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畫簿、油粉彩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88C4390-01C2-DC94-0C40-4EFEC10653AB}"/>
              </a:ext>
            </a:extLst>
          </p:cNvPr>
          <p:cNvSpPr txBox="1"/>
          <p:nvPr/>
        </p:nvSpPr>
        <p:spPr>
          <a:xfrm>
            <a:off x="1831210" y="1354922"/>
            <a:ext cx="2821926" cy="86177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72000" marR="0" lvl="0" indent="0" algn="ctr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HK" altLang="en-US" sz="5000" b="1" i="0" u="none" strike="noStrike" kern="1200" normalizeH="0" baseline="0" noProof="0" dirty="0">
                <a:ln/>
                <a:solidFill>
                  <a:srgbClr val="35B402"/>
                </a:solidFill>
                <a:uLnTx/>
                <a:uFillTx/>
                <a:latin typeface="Rockwell"/>
                <a:ea typeface="標楷體" panose="03000509000000000000" pitchFamily="65" charset="-120"/>
                <a:cs typeface="+mn-cs"/>
              </a:rPr>
              <a:t>兒童畫班</a:t>
            </a:r>
          </a:p>
        </p:txBody>
      </p:sp>
      <p:sp>
        <p:nvSpPr>
          <p:cNvPr id="8" name="日期">
            <a:extLst>
              <a:ext uri="{FF2B5EF4-FFF2-40B4-BE49-F238E27FC236}">
                <a16:creationId xmlns:a16="http://schemas.microsoft.com/office/drawing/2014/main" id="{2F8FEA6B-8D5E-80D6-D598-7D5E8025A23D}"/>
              </a:ext>
            </a:extLst>
          </p:cNvPr>
          <p:cNvSpPr txBox="1"/>
          <p:nvPr/>
        </p:nvSpPr>
        <p:spPr>
          <a:xfrm>
            <a:off x="908720" y="2144688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08/12-12/01/2026</a:t>
            </a:r>
            <a:endParaRPr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9" name="時間">
            <a:extLst>
              <a:ext uri="{FF2B5EF4-FFF2-40B4-BE49-F238E27FC236}">
                <a16:creationId xmlns:a16="http://schemas.microsoft.com/office/drawing/2014/main" id="{24625E28-A699-F073-7ED9-1CE30AD905FF}"/>
              </a:ext>
            </a:extLst>
          </p:cNvPr>
          <p:cNvSpPr txBox="1"/>
          <p:nvPr/>
        </p:nvSpPr>
        <p:spPr>
          <a:xfrm>
            <a:off x="881661" y="2608384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17:30-18:30(一)</a:t>
            </a:r>
          </a:p>
        </p:txBody>
      </p:sp>
      <p:pic>
        <p:nvPicPr>
          <p:cNvPr id="11" name="圖片 10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5C406FE0-D56F-9B8F-2D62-51C25309E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69" y="8049344"/>
            <a:ext cx="1248403" cy="1224136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圖片 11" descr="一張含有 卡通, 美工圖案 的圖片&#10;&#10;AI 產生的內容可能不正確。">
            <a:extLst>
              <a:ext uri="{FF2B5EF4-FFF2-40B4-BE49-F238E27FC236}">
                <a16:creationId xmlns:a16="http://schemas.microsoft.com/office/drawing/2014/main" id="{B15EE5D8-25FC-EC81-2872-A1DACA147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839" y="147036"/>
            <a:ext cx="3051066" cy="3051066"/>
          </a:xfrm>
          <a:prstGeom prst="rect">
            <a:avLst/>
          </a:prstGeom>
        </p:spPr>
      </p:pic>
      <p:pic>
        <p:nvPicPr>
          <p:cNvPr id="13" name="圖片 12" descr="一張含有 書寫工具, 辦公用品, 文具, 鉛筆 的圖片&#10;&#10;AI 產生的內容可能不正確。">
            <a:extLst>
              <a:ext uri="{FF2B5EF4-FFF2-40B4-BE49-F238E27FC236}">
                <a16:creationId xmlns:a16="http://schemas.microsoft.com/office/drawing/2014/main" id="{F10D0261-4A5A-A1B6-998A-70AB57FD0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366" y="5941703"/>
            <a:ext cx="2183935" cy="2107641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9CFB764E-31FA-0D8E-72B1-B8D692C1DAE3}"/>
              </a:ext>
            </a:extLst>
          </p:cNvPr>
          <p:cNvGrpSpPr/>
          <p:nvPr/>
        </p:nvGrpSpPr>
        <p:grpSpPr>
          <a:xfrm>
            <a:off x="908720" y="6434249"/>
            <a:ext cx="3128214" cy="967023"/>
            <a:chOff x="4726534" y="8318814"/>
            <a:chExt cx="3128214" cy="967023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1966355-1928-9AC8-83AC-327EF87CF172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17" name="圖片 1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6AF76308-F048-20F1-454D-668B32C5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F39C829-DBE8-AB9A-A6F6-FFA85539986A}"/>
              </a:ext>
            </a:extLst>
          </p:cNvPr>
          <p:cNvSpPr txBox="1"/>
          <p:nvPr/>
        </p:nvSpPr>
        <p:spPr>
          <a:xfrm>
            <a:off x="908720" y="6075511"/>
            <a:ext cx="4038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報名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/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上課地點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山景社區會堂</a:t>
            </a:r>
          </a:p>
        </p:txBody>
      </p:sp>
    </p:spTree>
    <p:extLst>
      <p:ext uri="{BB962C8B-B14F-4D97-AF65-F5344CB8AC3E}">
        <p14:creationId xmlns:p14="http://schemas.microsoft.com/office/powerpoint/2010/main" val="240209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83</Words>
  <Application>Microsoft Office PowerPoint</Application>
  <PresentationFormat>A4 纸张(210x297 毫米)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5</cp:revision>
  <dcterms:created xsi:type="dcterms:W3CDTF">2025-11-17T06:29:13Z</dcterms:created>
  <dcterms:modified xsi:type="dcterms:W3CDTF">2025-11-21T08:20:37Z</dcterms:modified>
</cp:coreProperties>
</file>