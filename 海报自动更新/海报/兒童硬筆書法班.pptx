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71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3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1.wdp"/><Relationship Id="rId9" Type="http://schemas.openxmlformats.org/officeDocument/2006/relationships/image" Target="../media/image7.jpeg"/><Relationship Id="rId10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DB913-E3F0-9829-3E3E-2F2EF42E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三腳架, 畫架, 設計 的圖片&#10;&#10;AI 產生的內容可能不正確。">
            <a:extLst>
              <a:ext uri="{FF2B5EF4-FFF2-40B4-BE49-F238E27FC236}">
                <a16:creationId xmlns:a16="http://schemas.microsoft.com/office/drawing/2014/main" id="{A958F775-5F80-6510-0297-C76073256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93" y="-15554"/>
            <a:ext cx="6917018" cy="992155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30663F4-6515-EB45-6899-9B44500E8CD6}"/>
              </a:ext>
            </a:extLst>
          </p:cNvPr>
          <p:cNvSpPr/>
          <p:nvPr/>
        </p:nvSpPr>
        <p:spPr>
          <a:xfrm>
            <a:off x="746155" y="3398650"/>
            <a:ext cx="671529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5</a:t>
            </a:r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歲或以上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(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$450/6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內容</a:t>
            </a:r>
            <a:r>
              <a:rPr lang="en-US" altLang="zh-TW" sz="2800" b="1" dirty="0">
                <a:solidFill>
                  <a:srgbClr val="0070C0"/>
                </a:solidFill>
              </a:rPr>
              <a:t>:</a:t>
            </a:r>
            <a:r>
              <a:rPr lang="zh-CN" altLang="en-US" sz="28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教授</a:t>
            </a:r>
            <a:r>
              <a:rPr lang="zh-TW" altLang="en-US" sz="2800" b="1" dirty="0">
                <a:solidFill>
                  <a:srgbClr val="0070C0"/>
                </a:solidFill>
              </a:rPr>
              <a:t>掌握正確的坐姿、握筆姿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勢和基本筆畫，潛移默化地培養孩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子的專注力</a:t>
            </a:r>
            <a:r>
              <a:rPr lang="zh-CN" altLang="en-US" sz="2800" b="1" dirty="0">
                <a:solidFill>
                  <a:srgbClr val="0070C0"/>
                </a:solidFill>
              </a:rPr>
              <a:t>，</a:t>
            </a:r>
            <a:r>
              <a:rPr lang="zh-TW" altLang="en-US" sz="2800" b="1" dirty="0">
                <a:solidFill>
                  <a:srgbClr val="0070C0"/>
                </a:solidFill>
              </a:rPr>
              <a:t>感受漢字的結構美和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線條美。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【</a:t>
            </a:r>
            <a:r>
              <a:rPr lang="zh-CN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自備鉛筆及</a:t>
            </a: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田字格或米字格練習本</a:t>
            </a:r>
            <a:r>
              <a:rPr lang="en-US" altLang="zh-CN" sz="2000" b="1" dirty="0">
                <a:solidFill>
                  <a:srgbClr val="FF0000"/>
                </a:solidFill>
              </a:rPr>
              <a:t>】</a:t>
            </a:r>
            <a:endParaRPr lang="en-US" altLang="zh-TW" sz="2000" b="1" dirty="0">
              <a:solidFill>
                <a:srgbClr val="FF0000"/>
              </a:solidFill>
            </a:endParaRPr>
          </a:p>
        </p:txBody>
      </p:sp>
      <p:pic>
        <p:nvPicPr>
          <p:cNvPr id="4" name="圖片 3" descr="屯門婦聯TMWA_LOGO_V9OP-012012">
            <a:extLst>
              <a:ext uri="{FF2B5EF4-FFF2-40B4-BE49-F238E27FC236}">
                <a16:creationId xmlns:a16="http://schemas.microsoft.com/office/drawing/2014/main" id="{759BE13C-4DF9-A0CF-6171-3C3CCE054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24" y="218210"/>
            <a:ext cx="2108200" cy="800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69389841-8A82-C752-48E2-C0E44349D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231" y="-15552"/>
            <a:ext cx="1270387" cy="1245693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98EC254-A74B-CDCA-6059-FB2304D08910}"/>
              </a:ext>
            </a:extLst>
          </p:cNvPr>
          <p:cNvSpPr txBox="1"/>
          <p:nvPr/>
        </p:nvSpPr>
        <p:spPr>
          <a:xfrm>
            <a:off x="910622" y="1498214"/>
            <a:ext cx="5054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Rockwell"/>
                <a:ea typeface="方正姚体" panose="02010601030101010101" pitchFamily="2" charset="-122"/>
                <a:cs typeface="+mn-cs"/>
              </a:rPr>
              <a:t>兒童硬筆書法班</a:t>
            </a:r>
            <a:endParaRPr kumimoji="0" lang="en-US" altLang="zh-CN" sz="5400" b="1" i="0" u="none" strike="noStrike" kern="1200" cap="none" spc="0" normalizeH="0" baseline="0" noProof="0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Rockwell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23" name="圖片 22" descr="一張含有 服裝, 動畫卡通, 動畫, 美工圖案 的圖片&#10;&#10;AI 產生的內容可能不正確。">
            <a:extLst>
              <a:ext uri="{FF2B5EF4-FFF2-40B4-BE49-F238E27FC236}">
                <a16:creationId xmlns:a16="http://schemas.microsoft.com/office/drawing/2014/main" id="{DD785F7F-295F-222B-9193-5768F5DF6C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920" y="-15552"/>
            <a:ext cx="1395638" cy="1188877"/>
          </a:xfrm>
          <a:prstGeom prst="rect">
            <a:avLst/>
          </a:prstGeom>
        </p:spPr>
      </p:pic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D782CE5B-0945-F4FE-4A1D-3D47E9CB820A}"/>
              </a:ext>
            </a:extLst>
          </p:cNvPr>
          <p:cNvSpPr/>
          <p:nvPr/>
        </p:nvSpPr>
        <p:spPr>
          <a:xfrm>
            <a:off x="1972952" y="6561855"/>
            <a:ext cx="2952328" cy="7000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上課地點</a:t>
            </a:r>
            <a:r>
              <a:rPr lang="en-US" altLang="zh-TW" sz="2000" dirty="0"/>
              <a:t>:</a:t>
            </a:r>
            <a:r>
              <a:rPr lang="zh-TW" altLang="en-US" sz="2000" dirty="0"/>
              <a:t>山景社區會堂</a:t>
            </a:r>
          </a:p>
        </p:txBody>
      </p:sp>
      <p:pic>
        <p:nvPicPr>
          <p:cNvPr id="10" name="圖片 9" descr="一張含有 卡通, 美工圖案, 動畫卡通, 玩具 的圖片&#10;&#10;AI 產生的內容可能不正確。">
            <a:extLst>
              <a:ext uri="{FF2B5EF4-FFF2-40B4-BE49-F238E27FC236}">
                <a16:creationId xmlns:a16="http://schemas.microsoft.com/office/drawing/2014/main" id="{3FD22E3E-4B65-09E3-33A2-E46D6CE2C8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740" y="2034170"/>
            <a:ext cx="2749274" cy="2618998"/>
          </a:xfrm>
          <a:prstGeom prst="rect">
            <a:avLst/>
          </a:prstGeom>
        </p:spPr>
      </p:pic>
      <p:pic>
        <p:nvPicPr>
          <p:cNvPr id="18" name="圖片 17" descr="一張含有 卡通, 動畫卡通, 圖解, 動畫 的圖片&#10;&#10;AI 產生的內容可能不正確。">
            <a:extLst>
              <a:ext uri="{FF2B5EF4-FFF2-40B4-BE49-F238E27FC236}">
                <a16:creationId xmlns:a16="http://schemas.microsoft.com/office/drawing/2014/main" id="{EA4B415B-0CC7-5C4D-C3CA-7F8873DAEE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064" y="7473280"/>
            <a:ext cx="2910365" cy="2644057"/>
          </a:xfrm>
          <a:prstGeom prst="rect">
            <a:avLst/>
          </a:prstGeom>
        </p:spPr>
      </p:pic>
      <p:sp>
        <p:nvSpPr>
          <p:cNvPr id="33" name="日期">
            <a:extLst>
              <a:ext uri="{FF2B5EF4-FFF2-40B4-BE49-F238E27FC236}">
                <a16:creationId xmlns:a16="http://schemas.microsoft.com/office/drawing/2014/main" id="{17C30372-60BF-3854-AD0C-49549091A004}"/>
              </a:ext>
            </a:extLst>
          </p:cNvPr>
          <p:cNvSpPr txBox="1"/>
          <p:nvPr/>
        </p:nvSpPr>
        <p:spPr>
          <a:xfrm>
            <a:off x="789832" y="2334099"/>
            <a:ext cx="4107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日期 : 06/12-10/01/2026</a:t>
            </a:r>
          </a:p>
        </p:txBody>
      </p:sp>
      <p:sp>
        <p:nvSpPr>
          <p:cNvPr id="34" name="時間">
            <a:extLst>
              <a:ext uri="{FF2B5EF4-FFF2-40B4-BE49-F238E27FC236}">
                <a16:creationId xmlns:a16="http://schemas.microsoft.com/office/drawing/2014/main" id="{985A992D-0568-90B3-A6F7-DA321FA622B1}"/>
              </a:ext>
            </a:extLst>
          </p:cNvPr>
          <p:cNvSpPr txBox="1"/>
          <p:nvPr/>
        </p:nvSpPr>
        <p:spPr>
          <a:xfrm>
            <a:off x="813750" y="2874051"/>
            <a:ext cx="3894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時間 : 14:30-15:30(六)</a:t>
            </a:r>
          </a:p>
        </p:txBody>
      </p:sp>
      <p:pic>
        <p:nvPicPr>
          <p:cNvPr id="40" name="圖片 39" descr="一張含有 圖畫, 兒童藝術, 寫生, 美工圖案 的圖片&#10;&#10;AI 產生的內容可能不正確。">
            <a:extLst>
              <a:ext uri="{FF2B5EF4-FFF2-40B4-BE49-F238E27FC236}">
                <a16:creationId xmlns:a16="http://schemas.microsoft.com/office/drawing/2014/main" id="{24C5DD13-8D41-B0E6-117D-D41040C262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0" t="11649"/>
          <a:stretch>
            <a:fillRect/>
          </a:stretch>
        </p:blipFill>
        <p:spPr>
          <a:xfrm>
            <a:off x="2689926" y="8045985"/>
            <a:ext cx="1471704" cy="1345475"/>
          </a:xfrm>
          <a:prstGeom prst="rect">
            <a:avLst/>
          </a:prstGeom>
        </p:spPr>
      </p:pic>
      <p:pic>
        <p:nvPicPr>
          <p:cNvPr id="41" name="圖片 40" descr="一張含有 辦公用品, 文具, 兒童藝術, 一般物資 的圖片&#10;&#10;AI 產生的內容可能不正確。">
            <a:extLst>
              <a:ext uri="{FF2B5EF4-FFF2-40B4-BE49-F238E27FC236}">
                <a16:creationId xmlns:a16="http://schemas.microsoft.com/office/drawing/2014/main" id="{6888313C-6F10-FA0F-D4E7-27D446A0F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84" y="7985871"/>
            <a:ext cx="1216776" cy="180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4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89</Words>
  <Application>Microsoft Office PowerPoint</Application>
  <PresentationFormat>A4 纸张(210x297 毫米)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標楷體</vt:lpstr>
      <vt:lpstr>新細明體</vt:lpstr>
      <vt:lpstr>Aptos</vt:lpstr>
      <vt:lpstr>Aptos Display</vt:lpstr>
      <vt:lpstr>Arial</vt:lpstr>
      <vt:lpstr>Rockwell</vt:lpstr>
      <vt:lpstr>Office 佈景主題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4</cp:revision>
  <dcterms:created xsi:type="dcterms:W3CDTF">2025-11-17T06:29:13Z</dcterms:created>
  <dcterms:modified xsi:type="dcterms:W3CDTF">2025-11-21T08:39:33Z</dcterms:modified>
</cp:coreProperties>
</file>