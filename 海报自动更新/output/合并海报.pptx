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01" r:id="rId2"/>
    <p:sldId id="597" r:id="rId3"/>
    <p:sldId id="571" r:id="rId4"/>
    <p:sldId id="600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25/11/2025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10" Type="http://schemas.openxmlformats.org/officeDocument/2006/relationships/image" Target="../media/image12.jpg"/><Relationship Id="rId4" Type="http://schemas.openxmlformats.org/officeDocument/2006/relationships/image" Target="../media/image2.jp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4.wdp"/><Relationship Id="rId7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microsoft.com/office/2007/relationships/hdphoto" Target="../media/hdphoto5.wdp"/><Relationship Id="rId4" Type="http://schemas.openxmlformats.org/officeDocument/2006/relationships/image" Target="../media/image2.jp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6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兒童藝術, 圖畫, 卡通, 美工圖案 的圖片&#10;&#10;AI 產生的內容可能不正確。">
            <a:extLst>
              <a:ext uri="{FF2B5EF4-FFF2-40B4-BE49-F238E27FC236}">
                <a16:creationId xmlns:a16="http://schemas.microsoft.com/office/drawing/2014/main" id="{B9126C46-B386-1A8F-5DC9-EE31E232D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386599E-D3F6-1234-E808-484183F6A8FC}"/>
              </a:ext>
            </a:extLst>
          </p:cNvPr>
          <p:cNvSpPr/>
          <p:nvPr/>
        </p:nvSpPr>
        <p:spPr>
          <a:xfrm>
            <a:off x="908720" y="3152800"/>
            <a:ext cx="671529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對象：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歲以上</a:t>
            </a: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 (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 $400/ 6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內容：基礎入門、構思及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繪畫方法、利用各種顏色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材料畫出各種不同趣味圖畫。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【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自備</a:t>
            </a:r>
            <a:r>
              <a:rPr lang="zh-CN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鉛筆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zh-CN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擦膠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A3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畫簿、油粉彩</a:t>
            </a:r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】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88C4390-01C2-DC94-0C40-4EFEC10653AB}"/>
              </a:ext>
            </a:extLst>
          </p:cNvPr>
          <p:cNvSpPr txBox="1"/>
          <p:nvPr/>
        </p:nvSpPr>
        <p:spPr>
          <a:xfrm>
            <a:off x="1831210" y="1354922"/>
            <a:ext cx="2821926" cy="86177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72000" marR="0" lvl="0" indent="0" algn="ctr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HK" altLang="en-US" sz="5000" b="1" i="0" u="none" strike="noStrike" kern="1200" normalizeH="0" baseline="0" noProof="0" dirty="0">
                <a:ln/>
                <a:solidFill>
                  <a:srgbClr val="35B402"/>
                </a:solidFill>
                <a:uLnTx/>
                <a:uFillTx/>
                <a:latin typeface="Rockwell"/>
                <a:ea typeface="標楷體" panose="03000509000000000000" pitchFamily="65" charset="-120"/>
                <a:cs typeface="+mn-cs"/>
              </a:rPr>
              <a:t>兒童畫班</a:t>
            </a:r>
          </a:p>
        </p:txBody>
      </p:sp>
      <p:sp>
        <p:nvSpPr>
          <p:cNvPr id="8" name="日期">
            <a:extLst>
              <a:ext uri="{FF2B5EF4-FFF2-40B4-BE49-F238E27FC236}">
                <a16:creationId xmlns:a16="http://schemas.microsoft.com/office/drawing/2014/main" id="{2F8FEA6B-8D5E-80D6-D598-7D5E8025A23D}"/>
              </a:ext>
            </a:extLst>
          </p:cNvPr>
          <p:cNvSpPr txBox="1"/>
          <p:nvPr/>
        </p:nvSpPr>
        <p:spPr>
          <a:xfrm>
            <a:off x="908720" y="2144688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 : 08/12-12/01/2026</a:t>
            </a:r>
            <a:endParaRPr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9" name="時間">
            <a:extLst>
              <a:ext uri="{FF2B5EF4-FFF2-40B4-BE49-F238E27FC236}">
                <a16:creationId xmlns:a16="http://schemas.microsoft.com/office/drawing/2014/main" id="{24625E28-A699-F073-7ED9-1CE30AD905FF}"/>
              </a:ext>
            </a:extLst>
          </p:cNvPr>
          <p:cNvSpPr txBox="1"/>
          <p:nvPr/>
        </p:nvSpPr>
        <p:spPr>
          <a:xfrm>
            <a:off x="881661" y="2608384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 : 17:30-18:30(一)</a:t>
            </a:r>
          </a:p>
        </p:txBody>
      </p:sp>
      <p:pic>
        <p:nvPicPr>
          <p:cNvPr id="11" name="圖片 10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5C406FE0-D56F-9B8F-2D62-51C25309E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69" y="8049344"/>
            <a:ext cx="1248403" cy="1224136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圖片 11" descr="一張含有 卡通, 美工圖案 的圖片&#10;&#10;AI 產生的內容可能不正確。">
            <a:extLst>
              <a:ext uri="{FF2B5EF4-FFF2-40B4-BE49-F238E27FC236}">
                <a16:creationId xmlns:a16="http://schemas.microsoft.com/office/drawing/2014/main" id="{B15EE5D8-25FC-EC81-2872-A1DACA147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839" y="147036"/>
            <a:ext cx="3051066" cy="3051066"/>
          </a:xfrm>
          <a:prstGeom prst="rect">
            <a:avLst/>
          </a:prstGeom>
        </p:spPr>
      </p:pic>
      <p:pic>
        <p:nvPicPr>
          <p:cNvPr id="13" name="圖片 12" descr="一張含有 書寫工具, 辦公用品, 文具, 鉛筆 的圖片&#10;&#10;AI 產生的內容可能不正確。">
            <a:extLst>
              <a:ext uri="{FF2B5EF4-FFF2-40B4-BE49-F238E27FC236}">
                <a16:creationId xmlns:a16="http://schemas.microsoft.com/office/drawing/2014/main" id="{F10D0261-4A5A-A1B6-998A-70AB57FD0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366" y="5941703"/>
            <a:ext cx="2183935" cy="2107641"/>
          </a:xfrm>
          <a:prstGeom prst="rect">
            <a:avLst/>
          </a:prstGeom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9CFB764E-31FA-0D8E-72B1-B8D692C1DAE3}"/>
              </a:ext>
            </a:extLst>
          </p:cNvPr>
          <p:cNvGrpSpPr/>
          <p:nvPr/>
        </p:nvGrpSpPr>
        <p:grpSpPr>
          <a:xfrm>
            <a:off x="908720" y="6434249"/>
            <a:ext cx="3128214" cy="967023"/>
            <a:chOff x="4726534" y="8318814"/>
            <a:chExt cx="3128214" cy="967023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1966355-1928-9AC8-83AC-327EF87CF172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17" name="圖片 16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6AF76308-F048-20F1-454D-668B32C5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F39C829-DBE8-AB9A-A6F6-FFA85539986A}"/>
              </a:ext>
            </a:extLst>
          </p:cNvPr>
          <p:cNvSpPr txBox="1"/>
          <p:nvPr/>
        </p:nvSpPr>
        <p:spPr>
          <a:xfrm>
            <a:off x="908720" y="6075511"/>
            <a:ext cx="4038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報名</a:t>
            </a:r>
            <a:r>
              <a:rPr lang="en-US" altLang="zh-TW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/</a:t>
            </a:r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上課地點</a:t>
            </a:r>
            <a:r>
              <a:rPr lang="en-US" altLang="zh-TW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山景社區會堂</a:t>
            </a:r>
          </a:p>
        </p:txBody>
      </p:sp>
    </p:spTree>
    <p:extLst>
      <p:ext uri="{BB962C8B-B14F-4D97-AF65-F5344CB8AC3E}">
        <p14:creationId xmlns:p14="http://schemas.microsoft.com/office/powerpoint/2010/main" val="240209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B913-E3F0-9829-3E3E-2F2EF42E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三腳架, 畫架, 設計 的圖片&#10;&#10;AI 產生的內容可能不正確。">
            <a:extLst>
              <a:ext uri="{FF2B5EF4-FFF2-40B4-BE49-F238E27FC236}">
                <a16:creationId xmlns:a16="http://schemas.microsoft.com/office/drawing/2014/main" id="{A958F775-5F80-6510-0297-C76073256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93" y="-15554"/>
            <a:ext cx="6917018" cy="992155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0663F4-6515-EB45-6899-9B44500E8CD6}"/>
              </a:ext>
            </a:extLst>
          </p:cNvPr>
          <p:cNvSpPr/>
          <p:nvPr/>
        </p:nvSpPr>
        <p:spPr>
          <a:xfrm>
            <a:off x="746155" y="3398650"/>
            <a:ext cx="671529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歲或以上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$450/6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內容</a:t>
            </a:r>
            <a:r>
              <a:rPr lang="en-US" altLang="zh-TW" sz="2800" b="1" dirty="0">
                <a:solidFill>
                  <a:srgbClr val="0070C0"/>
                </a:solidFill>
              </a:rPr>
              <a:t>:</a:t>
            </a:r>
            <a:r>
              <a:rPr lang="zh-CN" altLang="en-US" sz="28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教授</a:t>
            </a:r>
            <a:r>
              <a:rPr lang="zh-TW" altLang="en-US" sz="2800" b="1" dirty="0">
                <a:solidFill>
                  <a:srgbClr val="0070C0"/>
                </a:solidFill>
              </a:rPr>
              <a:t>掌握正確的坐姿、握筆姿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勢和基本筆畫，潛移默化地培養孩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子的專注力</a:t>
            </a:r>
            <a:r>
              <a:rPr lang="zh-CN" altLang="en-US" sz="2800" b="1" dirty="0">
                <a:solidFill>
                  <a:srgbClr val="0070C0"/>
                </a:solidFill>
              </a:rPr>
              <a:t>，</a:t>
            </a:r>
            <a:r>
              <a:rPr lang="zh-TW" altLang="en-US" sz="2800" b="1" dirty="0">
                <a:solidFill>
                  <a:srgbClr val="0070C0"/>
                </a:solidFill>
              </a:rPr>
              <a:t>感受漢字的結構美和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線條美。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【</a:t>
            </a:r>
            <a:r>
              <a:rPr lang="zh-CN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自備鉛筆及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田字格或米字格練習本</a:t>
            </a:r>
            <a:r>
              <a:rPr lang="en-US" altLang="zh-CN" sz="2000" b="1" dirty="0">
                <a:solidFill>
                  <a:srgbClr val="FF0000"/>
                </a:solidFill>
              </a:rPr>
              <a:t>】</a:t>
            </a:r>
            <a:endParaRPr lang="en-US" altLang="zh-TW" sz="2000" b="1" dirty="0">
              <a:solidFill>
                <a:srgbClr val="FF0000"/>
              </a:solidFill>
            </a:endParaRPr>
          </a:p>
        </p:txBody>
      </p:sp>
      <p:pic>
        <p:nvPicPr>
          <p:cNvPr id="4" name="圖片 3" descr="屯門婦聯TMWA_LOGO_V9OP-012012">
            <a:extLst>
              <a:ext uri="{FF2B5EF4-FFF2-40B4-BE49-F238E27FC236}">
                <a16:creationId xmlns:a16="http://schemas.microsoft.com/office/drawing/2014/main" id="{759BE13C-4DF9-A0CF-6171-3C3CCE054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24" y="218210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69389841-8A82-C752-48E2-C0E44349D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231" y="-15552"/>
            <a:ext cx="1270387" cy="124569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98EC254-A74B-CDCA-6059-FB2304D08910}"/>
              </a:ext>
            </a:extLst>
          </p:cNvPr>
          <p:cNvSpPr txBox="1"/>
          <p:nvPr/>
        </p:nvSpPr>
        <p:spPr>
          <a:xfrm>
            <a:off x="910622" y="1498214"/>
            <a:ext cx="5054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Rockwell"/>
                <a:ea typeface="方正姚体" panose="02010601030101010101" pitchFamily="2" charset="-122"/>
                <a:cs typeface="+mn-cs"/>
              </a:rPr>
              <a:t>兒童硬筆書法班</a:t>
            </a:r>
            <a:endParaRPr kumimoji="0" lang="en-US" altLang="zh-CN" sz="5400" b="1" i="0" u="none" strike="noStrike" kern="1200" cap="none" spc="0" normalizeH="0" baseline="0" noProof="0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Rockwell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23" name="圖片 22" descr="一張含有 服裝, 動畫卡通, 動畫, 美工圖案 的圖片&#10;&#10;AI 產生的內容可能不正確。">
            <a:extLst>
              <a:ext uri="{FF2B5EF4-FFF2-40B4-BE49-F238E27FC236}">
                <a16:creationId xmlns:a16="http://schemas.microsoft.com/office/drawing/2014/main" id="{DD785F7F-295F-222B-9193-5768F5DF6C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20" y="-15552"/>
            <a:ext cx="1395638" cy="1188877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D782CE5B-0945-F4FE-4A1D-3D47E9CB820A}"/>
              </a:ext>
            </a:extLst>
          </p:cNvPr>
          <p:cNvSpPr/>
          <p:nvPr/>
        </p:nvSpPr>
        <p:spPr>
          <a:xfrm>
            <a:off x="1972952" y="6561855"/>
            <a:ext cx="2952328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pic>
        <p:nvPicPr>
          <p:cNvPr id="10" name="圖片 9" descr="一張含有 卡通, 美工圖案, 動畫卡通, 玩具 的圖片&#10;&#10;AI 產生的內容可能不正確。">
            <a:extLst>
              <a:ext uri="{FF2B5EF4-FFF2-40B4-BE49-F238E27FC236}">
                <a16:creationId xmlns:a16="http://schemas.microsoft.com/office/drawing/2014/main" id="{3FD22E3E-4B65-09E3-33A2-E46D6CE2C8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740" y="2034170"/>
            <a:ext cx="2749274" cy="2618998"/>
          </a:xfrm>
          <a:prstGeom prst="rect">
            <a:avLst/>
          </a:prstGeom>
        </p:spPr>
      </p:pic>
      <p:pic>
        <p:nvPicPr>
          <p:cNvPr id="18" name="圖片 17" descr="一張含有 卡通, 動畫卡通, 圖解, 動畫 的圖片&#10;&#10;AI 產生的內容可能不正確。">
            <a:extLst>
              <a:ext uri="{FF2B5EF4-FFF2-40B4-BE49-F238E27FC236}">
                <a16:creationId xmlns:a16="http://schemas.microsoft.com/office/drawing/2014/main" id="{EA4B415B-0CC7-5C4D-C3CA-7F8873DAEE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7473280"/>
            <a:ext cx="2910365" cy="2644057"/>
          </a:xfrm>
          <a:prstGeom prst="rect">
            <a:avLst/>
          </a:prstGeom>
        </p:spPr>
      </p:pic>
      <p:sp>
        <p:nvSpPr>
          <p:cNvPr id="33" name="日期">
            <a:extLst>
              <a:ext uri="{FF2B5EF4-FFF2-40B4-BE49-F238E27FC236}">
                <a16:creationId xmlns:a16="http://schemas.microsoft.com/office/drawing/2014/main" id="{17C30372-60BF-3854-AD0C-49549091A004}"/>
              </a:ext>
            </a:extLst>
          </p:cNvPr>
          <p:cNvSpPr txBox="1"/>
          <p:nvPr/>
        </p:nvSpPr>
        <p:spPr>
          <a:xfrm>
            <a:off x="789832" y="2334099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 : 06/12-10/01/2026</a:t>
            </a:r>
          </a:p>
        </p:txBody>
      </p:sp>
      <p:sp>
        <p:nvSpPr>
          <p:cNvPr id="34" name="時間">
            <a:extLst>
              <a:ext uri="{FF2B5EF4-FFF2-40B4-BE49-F238E27FC236}">
                <a16:creationId xmlns:a16="http://schemas.microsoft.com/office/drawing/2014/main" id="{985A992D-0568-90B3-A6F7-DA321FA622B1}"/>
              </a:ext>
            </a:extLst>
          </p:cNvPr>
          <p:cNvSpPr txBox="1"/>
          <p:nvPr/>
        </p:nvSpPr>
        <p:spPr>
          <a:xfrm>
            <a:off x="813750" y="2874051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 : 14:30-15:30(六)</a:t>
            </a:r>
          </a:p>
        </p:txBody>
      </p:sp>
      <p:pic>
        <p:nvPicPr>
          <p:cNvPr id="40" name="圖片 39" descr="一張含有 圖畫, 兒童藝術, 寫生, 美工圖案 的圖片&#10;&#10;AI 產生的內容可能不正確。">
            <a:extLst>
              <a:ext uri="{FF2B5EF4-FFF2-40B4-BE49-F238E27FC236}">
                <a16:creationId xmlns:a16="http://schemas.microsoft.com/office/drawing/2014/main" id="{24C5DD13-8D41-B0E6-117D-D41040C262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" t="11649"/>
          <a:stretch>
            <a:fillRect/>
          </a:stretch>
        </p:blipFill>
        <p:spPr>
          <a:xfrm>
            <a:off x="2689926" y="8045985"/>
            <a:ext cx="1471704" cy="1345475"/>
          </a:xfrm>
          <a:prstGeom prst="rect">
            <a:avLst/>
          </a:prstGeom>
        </p:spPr>
      </p:pic>
      <p:pic>
        <p:nvPicPr>
          <p:cNvPr id="41" name="圖片 40" descr="一張含有 辦公用品, 文具, 兒童藝術, 一般物資 的圖片&#10;&#10;AI 產生的內容可能不正確。">
            <a:extLst>
              <a:ext uri="{FF2B5EF4-FFF2-40B4-BE49-F238E27FC236}">
                <a16:creationId xmlns:a16="http://schemas.microsoft.com/office/drawing/2014/main" id="{6888313C-6F10-FA0F-D4E7-27D446A0F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84" y="7985871"/>
            <a:ext cx="1216776" cy="180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4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卡通, 螢幕擷取畫面, 圖形, 藝術 的圖片&#10;&#10;AI 產生的內容可能不正確。">
            <a:extLst>
              <a:ext uri="{FF2B5EF4-FFF2-40B4-BE49-F238E27FC236}">
                <a16:creationId xmlns:a16="http://schemas.microsoft.com/office/drawing/2014/main" id="{002E1A87-906F-E888-523C-CD8D73EBEE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25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355D857-7999-7353-2A18-E626CBEC8192}"/>
              </a:ext>
            </a:extLst>
          </p:cNvPr>
          <p:cNvSpPr/>
          <p:nvPr/>
        </p:nvSpPr>
        <p:spPr>
          <a:xfrm>
            <a:off x="180878" y="120469"/>
            <a:ext cx="6405822" cy="6188473"/>
          </a:xfrm>
          <a:prstGeom prst="roundRect">
            <a:avLst/>
          </a:prstGeom>
          <a:solidFill>
            <a:schemeClr val="lt1">
              <a:alpha val="95000"/>
            </a:schemeClr>
          </a:solidFill>
          <a:ln>
            <a:solidFill>
              <a:schemeClr val="bg1"/>
            </a:solidFill>
          </a:ln>
          <a:effectLst>
            <a:softEdge rad="1270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2" name="圖片 1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2C615F41-D4AB-952C-195E-EFE39516B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78" y="8392608"/>
            <a:ext cx="1420538" cy="1392924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38A117-FE71-EE2F-AE3D-61A8D77832CB}"/>
              </a:ext>
            </a:extLst>
          </p:cNvPr>
          <p:cNvSpPr/>
          <p:nvPr/>
        </p:nvSpPr>
        <p:spPr>
          <a:xfrm>
            <a:off x="1722923" y="9116576"/>
            <a:ext cx="3578285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報名</a:t>
            </a:r>
            <a:r>
              <a:rPr lang="en-US" altLang="zh-TW" sz="2000" dirty="0"/>
              <a:t>/</a:t>
            </a:r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C37313B-BC5A-D119-E34E-9A28DEFEB9DE}"/>
              </a:ext>
            </a:extLst>
          </p:cNvPr>
          <p:cNvGrpSpPr/>
          <p:nvPr/>
        </p:nvGrpSpPr>
        <p:grpSpPr>
          <a:xfrm>
            <a:off x="2923983" y="133815"/>
            <a:ext cx="3128214" cy="967023"/>
            <a:chOff x="4726534" y="8318814"/>
            <a:chExt cx="3128214" cy="967023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9CA9897-EDCC-5545-870C-7B31C5A3AE7C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7" name="圖片 6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CB730D5A-0B08-B182-2E3F-A99A0507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pic>
        <p:nvPicPr>
          <p:cNvPr id="8" name="圖片 7" descr="屯門婦聯TMWA_LOGO_V9OP-012012">
            <a:extLst>
              <a:ext uri="{FF2B5EF4-FFF2-40B4-BE49-F238E27FC236}">
                <a16:creationId xmlns:a16="http://schemas.microsoft.com/office/drawing/2014/main" id="{CD0F1308-1112-BFC7-4BA7-E1E28D54E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20" y="210713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日期">
            <a:extLst>
              <a:ext uri="{FF2B5EF4-FFF2-40B4-BE49-F238E27FC236}">
                <a16:creationId xmlns:a16="http://schemas.microsoft.com/office/drawing/2014/main" id="{48742C14-D6F4-7F94-9485-52EF01DE274F}"/>
              </a:ext>
            </a:extLst>
          </p:cNvPr>
          <p:cNvSpPr txBox="1"/>
          <p:nvPr/>
        </p:nvSpPr>
        <p:spPr>
          <a:xfrm>
            <a:off x="451471" y="1712640"/>
            <a:ext cx="38539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 : 28/11-19/12/2025</a:t>
            </a:r>
          </a:p>
        </p:txBody>
      </p:sp>
      <p:sp>
        <p:nvSpPr>
          <p:cNvPr id="10" name="時間">
            <a:extLst>
              <a:ext uri="{FF2B5EF4-FFF2-40B4-BE49-F238E27FC236}">
                <a16:creationId xmlns:a16="http://schemas.microsoft.com/office/drawing/2014/main" id="{BD992F1B-47A1-25DA-51D0-856E03AF5222}"/>
              </a:ext>
            </a:extLst>
          </p:cNvPr>
          <p:cNvSpPr txBox="1"/>
          <p:nvPr/>
        </p:nvSpPr>
        <p:spPr>
          <a:xfrm>
            <a:off x="451471" y="2183978"/>
            <a:ext cx="36535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 : 14:00-16:00(五)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449428-3DB9-B75A-4F66-44D786847B07}"/>
              </a:ext>
            </a:extLst>
          </p:cNvPr>
          <p:cNvSpPr/>
          <p:nvPr/>
        </p:nvSpPr>
        <p:spPr>
          <a:xfrm>
            <a:off x="451471" y="2781528"/>
            <a:ext cx="6715293" cy="3036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zh-CN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有興趣人士</a:t>
            </a:r>
            <a:endParaRPr lang="en-US" altLang="zh-TW" sz="30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>
              <a:lnSpc>
                <a:spcPts val="3800"/>
              </a:lnSpc>
            </a:pP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)$320/4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  <a:endParaRPr lang="en-US" altLang="zh-TW" sz="30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內容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通過系統科學的教學方法，</a:t>
            </a:r>
            <a:endParaRPr lang="en-US" altLang="zh-CN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教授各種打羽毛球手法、步法及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技巧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，讓學員掌握羽毛球技能，</a:t>
            </a:r>
            <a:endParaRPr lang="en-US" altLang="zh-CN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提升個人身體素質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。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【</a:t>
            </a:r>
            <a:r>
              <a:rPr lang="zh-CN" altLang="en-US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自備球拍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】</a:t>
            </a:r>
            <a:endParaRPr lang="en-US" altLang="zh-TW" sz="2000" b="1" dirty="0">
              <a:solidFill>
                <a:schemeClr val="accent3">
                  <a:lumMod val="50000"/>
                </a:schemeClr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AC2F18-01DF-8565-C25F-CED7B727752A}"/>
              </a:ext>
            </a:extLst>
          </p:cNvPr>
          <p:cNvSpPr/>
          <p:nvPr/>
        </p:nvSpPr>
        <p:spPr>
          <a:xfrm>
            <a:off x="1318746" y="776536"/>
            <a:ext cx="3983783" cy="8925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TW" altLang="en-US" sz="52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成人羽毛球</a:t>
            </a:r>
            <a:r>
              <a:rPr lang="en-US" altLang="zh-TW" sz="5200" dirty="0">
                <a:ln w="11430"/>
                <a:solidFill>
                  <a:prstClr val="black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Rockwell"/>
                <a:ea typeface="標楷體" panose="03000509000000000000" pitchFamily="65" charset="-120"/>
              </a:rPr>
              <a:t>A</a:t>
            </a:r>
            <a:endParaRPr lang="zh-TW" altLang="en-US" sz="52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" name="圖片 19" descr="一張含有 舞蹈, 藝術, 輪廓 的圖片&#10;&#10;AI 產生的內容可能不正確。">
            <a:extLst>
              <a:ext uri="{FF2B5EF4-FFF2-40B4-BE49-F238E27FC236}">
                <a16:creationId xmlns:a16="http://schemas.microsoft.com/office/drawing/2014/main" id="{4C0FAF04-AC0B-303C-5EF3-F6B32EBE644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44" y="5817096"/>
            <a:ext cx="1464992" cy="2442984"/>
          </a:xfrm>
          <a:prstGeom prst="rect">
            <a:avLst/>
          </a:prstGeom>
          <a:effectLst>
            <a:outerShdw blurRad="50800" dist="50800" dir="4800000" algn="ctr" rotWithShape="0">
              <a:srgbClr val="000000"/>
            </a:outerShdw>
          </a:effectLst>
        </p:spPr>
      </p:pic>
      <p:pic>
        <p:nvPicPr>
          <p:cNvPr id="21" name="圖片 20" descr="一張含有 圖形, 美工圖案, 設計, 圖解 的圖片&#10;&#10;AI 產生的內容可能不正確。">
            <a:extLst>
              <a:ext uri="{FF2B5EF4-FFF2-40B4-BE49-F238E27FC236}">
                <a16:creationId xmlns:a16="http://schemas.microsoft.com/office/drawing/2014/main" id="{4191DFC3-27C4-BC57-24A3-192840D7A3B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1352600"/>
            <a:ext cx="259228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8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252</Words>
  <Application>Microsoft Office PowerPoint</Application>
  <PresentationFormat>A4 纸张(210x297 毫米)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標楷體</vt:lpstr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7</cp:revision>
  <dcterms:created xsi:type="dcterms:W3CDTF">2025-11-17T06:29:13Z</dcterms:created>
  <dcterms:modified xsi:type="dcterms:W3CDTF">2025-11-25T13:29:29Z</dcterms:modified>
</cp:coreProperties>
</file>