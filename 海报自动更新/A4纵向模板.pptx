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0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67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A4 纸张(210x297 毫米)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6</cp:revision>
  <dcterms:created xsi:type="dcterms:W3CDTF">2025-11-17T06:29:13Z</dcterms:created>
  <dcterms:modified xsi:type="dcterms:W3CDTF">2025-11-25T13:27:59Z</dcterms:modified>
</cp:coreProperties>
</file>